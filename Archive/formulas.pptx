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C2552-85ED-136E-B645-166682E21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CA613-7F22-CF96-7696-F959F07BF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3A997-B347-AC18-4FA1-758DCF93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5C1A-C8F9-E160-8A26-D9B87504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62AB-1E80-C485-5167-D2B62CA6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88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948B-F93C-DDEB-4E99-FF2EF2D4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B8ABE-236C-7592-B976-0CD9888F7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40475-7FFB-D808-11BC-8E2CCFE2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FF9A-017E-D400-0A3F-EC5DC4EEF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8D9D4-B908-56E8-1BE4-64E1FA52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89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A5D67-CFA4-ED78-4618-438D670F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0A8E7-0ACE-5584-8094-44A479050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F3DA8-51BD-13AE-DA3B-5DA8170E9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98B4C-C7D8-F93F-36C3-9C114567D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10908-880B-D943-A182-A332BD56C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9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8B25-8E13-9787-A0CF-4CD94C34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D12D1-0E43-C051-3074-18CFAE887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6854D-4E91-E73B-BCFD-85650349C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E23FF-A059-2493-5E95-EA747E5E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B131C-9DF5-C061-DBEE-80ACD869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44116-430C-5857-BE1E-17D49791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05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E1EB-D8AA-6659-CD18-11FDBA4F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6BE5E-D8F1-6341-1F2F-B04816EC4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0E99C-C4DC-6C38-9214-1DF8093A8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22540-ACC8-CF94-654B-E128B87EC7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33AD8-19C3-A974-648C-8851B50C7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694AF4-8A99-24C3-3A7C-51855AC7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4AD702-006C-0291-81B6-18369C5B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78DD0-CE6A-D544-54FC-EFE17062A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558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ADF4A-4E55-8A26-6723-A57F57AE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36DFE-115C-9156-EC03-6638A85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33B556-CC72-3AFE-92EE-626FD681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BCDDC-91D2-DA9C-62F9-86936B3F9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81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04CEBA-AA75-3118-075B-4767A682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5772E0-F7F3-ABC2-98CE-FED3D01D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5E428-80AA-6E16-6C03-13FAFEEF1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00BD-9615-D6E1-DF93-82EDC2E1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B5052-5F22-CB12-7DFA-F103CE482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EE9C5-50A5-387A-042C-02293126CD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FF9B7-96F2-D640-9D18-742C0761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516EE-C2C3-7F2A-1F3C-1E437CF6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17532-0C8A-1D69-0064-C57AC4B82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8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F4D93-A1E5-A70B-E544-C534F853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DFF0FF-2560-5E48-1EDF-9A5FE72AF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568AC-93A6-DCDB-DD4B-9FEF837B0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310E3-20B5-7D04-3113-E65B8B126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D5CFD-D658-01DC-9DCF-032769B5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7C5E-59C9-B3C3-7E0E-E7A5B433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240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4D64E-1931-334A-6C9C-E3A412FC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5B10D-F9BB-049F-FAB7-2423BED0F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9D6B5-118C-181B-27BA-BB1C77BC5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CCE7-622B-8CF7-09A4-0F09CDA21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ADF4C-09F1-7FB2-56F5-FDEBD1ED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920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8C63A-9EB5-9FE7-C5A5-27FD17BB5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C6415-6C8D-0E30-8E97-16799A8CA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035DF-A003-836D-E04F-A61860CE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F2CEC-959D-9B36-9EAB-7642BB54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65113-1AC9-782D-E6DC-DBCD11AB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18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1C1316-8EAA-E05A-D50A-1DBB7A7B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6B98A-E969-C8CA-F14D-CB302371F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762E1-C26D-7589-A45F-8F0D0E16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C817E-DFF7-48A3-9C77-6BAC548CDEF7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C1069-639C-79F2-AC79-7C6202CAD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E8B1-4CA5-533A-9613-2B913D68B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DE97F0-1386-4F6A-AD19-D485268BC3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57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B5F96-DA08-A770-4E9A-576D04653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273" y="0"/>
            <a:ext cx="81794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581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BEE66-5CC5-EB57-2899-D2910728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8836" y="0"/>
            <a:ext cx="50743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73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1D958-C800-7BC8-473C-6F4D1425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D7E8F5-9EB3-8E73-8D06-9FB94561C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443" y="1321887"/>
            <a:ext cx="6607113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5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17AA-76E2-714E-84BB-79B0193B2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F2EA62-CFB8-DF55-8E9F-210F8A21E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050" y="0"/>
            <a:ext cx="4513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8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D868-E505-D377-5F52-15719D937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5F4712-DDC2-E0DC-9E89-89F613549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004" y="0"/>
            <a:ext cx="39379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9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F96AB-48F3-085D-5350-57439D110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B1893-11AB-B005-9D13-FE8C7ABC2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75" y="209271"/>
            <a:ext cx="7026249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997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9C1AE-171A-0449-9161-EA88FDDB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4A364-92DF-B60D-C891-7DB20DD51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63" y="239753"/>
            <a:ext cx="7552074" cy="63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26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D37CA4-E7C1-F131-F4E6-E6C30143E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257" y="0"/>
            <a:ext cx="8799485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FAC43B5-EAED-6785-C138-A17584749D14}"/>
              </a:ext>
            </a:extLst>
          </p:cNvPr>
          <p:cNvGrpSpPr/>
          <p:nvPr/>
        </p:nvGrpSpPr>
        <p:grpSpPr>
          <a:xfrm>
            <a:off x="4911755" y="5159229"/>
            <a:ext cx="693495" cy="234892"/>
            <a:chOff x="4911755" y="5159229"/>
            <a:chExt cx="693495" cy="23489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24A72F3-DE59-4205-A2C4-320B17076A21}"/>
                </a:ext>
              </a:extLst>
            </p:cNvPr>
            <p:cNvSpPr/>
            <p:nvPr/>
          </p:nvSpPr>
          <p:spPr>
            <a:xfrm>
              <a:off x="4911755" y="5276675"/>
              <a:ext cx="624980" cy="1174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FD12A8F-A9DF-352F-C79F-97725A3F03ED}"/>
                </a:ext>
              </a:extLst>
            </p:cNvPr>
            <p:cNvSpPr/>
            <p:nvPr/>
          </p:nvSpPr>
          <p:spPr>
            <a:xfrm>
              <a:off x="4980270" y="5159229"/>
              <a:ext cx="624980" cy="1174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22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Siddharthan Somasundaram</dc:creator>
  <cp:lastModifiedBy>Siddharthan Somasundaram</cp:lastModifiedBy>
  <cp:revision>4</cp:revision>
  <dcterms:created xsi:type="dcterms:W3CDTF">2026-05-23T13:44:55Z</dcterms:created>
  <dcterms:modified xsi:type="dcterms:W3CDTF">2026-06-12T10:51:10Z</dcterms:modified>
</cp:coreProperties>
</file>