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83883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5D5D5"/>
    <a:srgbClr val="AEAEAE"/>
    <a:srgbClr val="DADADA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25" d="100"/>
          <a:sy n="125" d="100"/>
        </p:scale>
        <p:origin x="15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372816"/>
            <a:ext cx="10363200" cy="2920389"/>
          </a:xfrm>
        </p:spPr>
        <p:txBody>
          <a:bodyPr anchor="b"/>
          <a:lstStyle>
            <a:lvl1pPr algn="ctr">
              <a:defRPr sz="73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405826"/>
            <a:ext cx="9144000" cy="2025242"/>
          </a:xfrm>
        </p:spPr>
        <p:txBody>
          <a:bodyPr/>
          <a:lstStyle>
            <a:lvl1pPr marL="0" indent="0" algn="ctr">
              <a:buNone/>
              <a:defRPr sz="2935"/>
            </a:lvl1pPr>
            <a:lvl2pPr marL="559201" indent="0" algn="ctr">
              <a:buNone/>
              <a:defRPr sz="2446"/>
            </a:lvl2pPr>
            <a:lvl3pPr marL="1118403" indent="0" algn="ctr">
              <a:buNone/>
              <a:defRPr sz="2202"/>
            </a:lvl3pPr>
            <a:lvl4pPr marL="1677604" indent="0" algn="ctr">
              <a:buNone/>
              <a:defRPr sz="1957"/>
            </a:lvl4pPr>
            <a:lvl5pPr marL="2236805" indent="0" algn="ctr">
              <a:buNone/>
              <a:defRPr sz="1957"/>
            </a:lvl5pPr>
            <a:lvl6pPr marL="2796007" indent="0" algn="ctr">
              <a:buNone/>
              <a:defRPr sz="1957"/>
            </a:lvl6pPr>
            <a:lvl7pPr marL="3355208" indent="0" algn="ctr">
              <a:buNone/>
              <a:defRPr sz="1957"/>
            </a:lvl7pPr>
            <a:lvl8pPr marL="3914409" indent="0" algn="ctr">
              <a:buNone/>
              <a:defRPr sz="1957"/>
            </a:lvl8pPr>
            <a:lvl9pPr marL="4473611" indent="0" algn="ctr">
              <a:buNone/>
              <a:defRPr sz="195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5140A-93B8-4AF6-A8C1-CF4096F7A901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83F9F-9DB1-4282-8C0D-84400A1C8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2939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5140A-93B8-4AF6-A8C1-CF4096F7A901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83F9F-9DB1-4282-8C0D-84400A1C8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7793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091265"/>
            <a:ext cx="10515600" cy="3489320"/>
          </a:xfrm>
        </p:spPr>
        <p:txBody>
          <a:bodyPr anchor="b"/>
          <a:lstStyle>
            <a:lvl1pPr>
              <a:defRPr sz="73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5613595"/>
            <a:ext cx="10515600" cy="1834951"/>
          </a:xfrm>
        </p:spPr>
        <p:txBody>
          <a:bodyPr/>
          <a:lstStyle>
            <a:lvl1pPr marL="0" indent="0">
              <a:buNone/>
              <a:defRPr sz="2935">
                <a:solidFill>
                  <a:schemeClr val="tx1"/>
                </a:solidFill>
              </a:defRPr>
            </a:lvl1pPr>
            <a:lvl2pPr marL="559201" indent="0">
              <a:buNone/>
              <a:defRPr sz="2446">
                <a:solidFill>
                  <a:schemeClr val="tx1">
                    <a:tint val="75000"/>
                  </a:schemeClr>
                </a:solidFill>
              </a:defRPr>
            </a:lvl2pPr>
            <a:lvl3pPr marL="1118403" indent="0">
              <a:buNone/>
              <a:defRPr sz="2202">
                <a:solidFill>
                  <a:schemeClr val="tx1">
                    <a:tint val="75000"/>
                  </a:schemeClr>
                </a:solidFill>
              </a:defRPr>
            </a:lvl3pPr>
            <a:lvl4pPr marL="1677604" indent="0">
              <a:buNone/>
              <a:defRPr sz="1957">
                <a:solidFill>
                  <a:schemeClr val="tx1">
                    <a:tint val="75000"/>
                  </a:schemeClr>
                </a:solidFill>
              </a:defRPr>
            </a:lvl4pPr>
            <a:lvl5pPr marL="2236805" indent="0">
              <a:buNone/>
              <a:defRPr sz="1957">
                <a:solidFill>
                  <a:schemeClr val="tx1">
                    <a:tint val="75000"/>
                  </a:schemeClr>
                </a:solidFill>
              </a:defRPr>
            </a:lvl5pPr>
            <a:lvl6pPr marL="2796007" indent="0">
              <a:buNone/>
              <a:defRPr sz="1957">
                <a:solidFill>
                  <a:schemeClr val="tx1">
                    <a:tint val="75000"/>
                  </a:schemeClr>
                </a:solidFill>
              </a:defRPr>
            </a:lvl6pPr>
            <a:lvl7pPr marL="3355208" indent="0">
              <a:buNone/>
              <a:defRPr sz="1957">
                <a:solidFill>
                  <a:schemeClr val="tx1">
                    <a:tint val="75000"/>
                  </a:schemeClr>
                </a:solidFill>
              </a:defRPr>
            </a:lvl7pPr>
            <a:lvl8pPr marL="3914409" indent="0">
              <a:buNone/>
              <a:defRPr sz="1957">
                <a:solidFill>
                  <a:schemeClr val="tx1">
                    <a:tint val="75000"/>
                  </a:schemeClr>
                </a:solidFill>
              </a:defRPr>
            </a:lvl8pPr>
            <a:lvl9pPr marL="4473611" indent="0">
              <a:buNone/>
              <a:defRPr sz="195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5140A-93B8-4AF6-A8C1-CF4096F7A901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83F9F-9DB1-4282-8C0D-84400A1C8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1539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233010"/>
            <a:ext cx="5181600" cy="53223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33010"/>
            <a:ext cx="5181600" cy="53223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5140A-93B8-4AF6-A8C1-CF4096F7A901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83F9F-9DB1-4282-8C0D-84400A1C8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8848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46604"/>
            <a:ext cx="10515600" cy="162136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056312"/>
            <a:ext cx="5157787" cy="1007766"/>
          </a:xfrm>
        </p:spPr>
        <p:txBody>
          <a:bodyPr anchor="b"/>
          <a:lstStyle>
            <a:lvl1pPr marL="0" indent="0">
              <a:buNone/>
              <a:defRPr sz="2935" b="1"/>
            </a:lvl1pPr>
            <a:lvl2pPr marL="559201" indent="0">
              <a:buNone/>
              <a:defRPr sz="2446" b="1"/>
            </a:lvl2pPr>
            <a:lvl3pPr marL="1118403" indent="0">
              <a:buNone/>
              <a:defRPr sz="2202" b="1"/>
            </a:lvl3pPr>
            <a:lvl4pPr marL="1677604" indent="0">
              <a:buNone/>
              <a:defRPr sz="1957" b="1"/>
            </a:lvl4pPr>
            <a:lvl5pPr marL="2236805" indent="0">
              <a:buNone/>
              <a:defRPr sz="1957" b="1"/>
            </a:lvl5pPr>
            <a:lvl6pPr marL="2796007" indent="0">
              <a:buNone/>
              <a:defRPr sz="1957" b="1"/>
            </a:lvl6pPr>
            <a:lvl7pPr marL="3355208" indent="0">
              <a:buNone/>
              <a:defRPr sz="1957" b="1"/>
            </a:lvl7pPr>
            <a:lvl8pPr marL="3914409" indent="0">
              <a:buNone/>
              <a:defRPr sz="1957" b="1"/>
            </a:lvl8pPr>
            <a:lvl9pPr marL="4473611" indent="0">
              <a:buNone/>
              <a:defRPr sz="195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3064078"/>
            <a:ext cx="5157787" cy="45067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056312"/>
            <a:ext cx="5183188" cy="1007766"/>
          </a:xfrm>
        </p:spPr>
        <p:txBody>
          <a:bodyPr anchor="b"/>
          <a:lstStyle>
            <a:lvl1pPr marL="0" indent="0">
              <a:buNone/>
              <a:defRPr sz="2935" b="1"/>
            </a:lvl1pPr>
            <a:lvl2pPr marL="559201" indent="0">
              <a:buNone/>
              <a:defRPr sz="2446" b="1"/>
            </a:lvl2pPr>
            <a:lvl3pPr marL="1118403" indent="0">
              <a:buNone/>
              <a:defRPr sz="2202" b="1"/>
            </a:lvl3pPr>
            <a:lvl4pPr marL="1677604" indent="0">
              <a:buNone/>
              <a:defRPr sz="1957" b="1"/>
            </a:lvl4pPr>
            <a:lvl5pPr marL="2236805" indent="0">
              <a:buNone/>
              <a:defRPr sz="1957" b="1"/>
            </a:lvl5pPr>
            <a:lvl6pPr marL="2796007" indent="0">
              <a:buNone/>
              <a:defRPr sz="1957" b="1"/>
            </a:lvl6pPr>
            <a:lvl7pPr marL="3355208" indent="0">
              <a:buNone/>
              <a:defRPr sz="1957" b="1"/>
            </a:lvl7pPr>
            <a:lvl8pPr marL="3914409" indent="0">
              <a:buNone/>
              <a:defRPr sz="1957" b="1"/>
            </a:lvl8pPr>
            <a:lvl9pPr marL="4473611" indent="0">
              <a:buNone/>
              <a:defRPr sz="195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3064078"/>
            <a:ext cx="5183188" cy="45067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5140A-93B8-4AF6-A8C1-CF4096F7A901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83F9F-9DB1-4282-8C0D-84400A1C8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9387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5140A-93B8-4AF6-A8C1-CF4096F7A901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83F9F-9DB1-4282-8C0D-84400A1C8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4602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5140A-93B8-4AF6-A8C1-CF4096F7A901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83F9F-9DB1-4282-8C0D-84400A1C8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2670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59223"/>
            <a:ext cx="3932237" cy="1957282"/>
          </a:xfrm>
        </p:spPr>
        <p:txBody>
          <a:bodyPr anchor="b"/>
          <a:lstStyle>
            <a:lvl1pPr>
              <a:defRPr sz="391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207769"/>
            <a:ext cx="6172200" cy="5961165"/>
          </a:xfrm>
        </p:spPr>
        <p:txBody>
          <a:bodyPr/>
          <a:lstStyle>
            <a:lvl1pPr>
              <a:defRPr sz="3914"/>
            </a:lvl1pPr>
            <a:lvl2pPr>
              <a:defRPr sz="3425"/>
            </a:lvl2pPr>
            <a:lvl3pPr>
              <a:defRPr sz="2935"/>
            </a:lvl3pPr>
            <a:lvl4pPr>
              <a:defRPr sz="2446"/>
            </a:lvl4pPr>
            <a:lvl5pPr>
              <a:defRPr sz="2446"/>
            </a:lvl5pPr>
            <a:lvl6pPr>
              <a:defRPr sz="2446"/>
            </a:lvl6pPr>
            <a:lvl7pPr>
              <a:defRPr sz="2446"/>
            </a:lvl7pPr>
            <a:lvl8pPr>
              <a:defRPr sz="2446"/>
            </a:lvl8pPr>
            <a:lvl9pPr>
              <a:defRPr sz="244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516505"/>
            <a:ext cx="3932237" cy="4662137"/>
          </a:xfrm>
        </p:spPr>
        <p:txBody>
          <a:bodyPr/>
          <a:lstStyle>
            <a:lvl1pPr marL="0" indent="0">
              <a:buNone/>
              <a:defRPr sz="1957"/>
            </a:lvl1pPr>
            <a:lvl2pPr marL="559201" indent="0">
              <a:buNone/>
              <a:defRPr sz="1712"/>
            </a:lvl2pPr>
            <a:lvl3pPr marL="1118403" indent="0">
              <a:buNone/>
              <a:defRPr sz="1468"/>
            </a:lvl3pPr>
            <a:lvl4pPr marL="1677604" indent="0">
              <a:buNone/>
              <a:defRPr sz="1223"/>
            </a:lvl4pPr>
            <a:lvl5pPr marL="2236805" indent="0">
              <a:buNone/>
              <a:defRPr sz="1223"/>
            </a:lvl5pPr>
            <a:lvl6pPr marL="2796007" indent="0">
              <a:buNone/>
              <a:defRPr sz="1223"/>
            </a:lvl6pPr>
            <a:lvl7pPr marL="3355208" indent="0">
              <a:buNone/>
              <a:defRPr sz="1223"/>
            </a:lvl7pPr>
            <a:lvl8pPr marL="3914409" indent="0">
              <a:buNone/>
              <a:defRPr sz="1223"/>
            </a:lvl8pPr>
            <a:lvl9pPr marL="4473611" indent="0">
              <a:buNone/>
              <a:defRPr sz="122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5140A-93B8-4AF6-A8C1-CF4096F7A901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83F9F-9DB1-4282-8C0D-84400A1C8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90360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59223"/>
            <a:ext cx="3932237" cy="1957282"/>
          </a:xfrm>
        </p:spPr>
        <p:txBody>
          <a:bodyPr anchor="b"/>
          <a:lstStyle>
            <a:lvl1pPr>
              <a:defRPr sz="391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207769"/>
            <a:ext cx="6172200" cy="5961165"/>
          </a:xfrm>
        </p:spPr>
        <p:txBody>
          <a:bodyPr anchor="t"/>
          <a:lstStyle>
            <a:lvl1pPr marL="0" indent="0">
              <a:buNone/>
              <a:defRPr sz="3914"/>
            </a:lvl1pPr>
            <a:lvl2pPr marL="559201" indent="0">
              <a:buNone/>
              <a:defRPr sz="3425"/>
            </a:lvl2pPr>
            <a:lvl3pPr marL="1118403" indent="0">
              <a:buNone/>
              <a:defRPr sz="2935"/>
            </a:lvl3pPr>
            <a:lvl4pPr marL="1677604" indent="0">
              <a:buNone/>
              <a:defRPr sz="2446"/>
            </a:lvl4pPr>
            <a:lvl5pPr marL="2236805" indent="0">
              <a:buNone/>
              <a:defRPr sz="2446"/>
            </a:lvl5pPr>
            <a:lvl6pPr marL="2796007" indent="0">
              <a:buNone/>
              <a:defRPr sz="2446"/>
            </a:lvl6pPr>
            <a:lvl7pPr marL="3355208" indent="0">
              <a:buNone/>
              <a:defRPr sz="2446"/>
            </a:lvl7pPr>
            <a:lvl8pPr marL="3914409" indent="0">
              <a:buNone/>
              <a:defRPr sz="2446"/>
            </a:lvl8pPr>
            <a:lvl9pPr marL="4473611" indent="0">
              <a:buNone/>
              <a:defRPr sz="244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516505"/>
            <a:ext cx="3932237" cy="4662137"/>
          </a:xfrm>
        </p:spPr>
        <p:txBody>
          <a:bodyPr/>
          <a:lstStyle>
            <a:lvl1pPr marL="0" indent="0">
              <a:buNone/>
              <a:defRPr sz="1957"/>
            </a:lvl1pPr>
            <a:lvl2pPr marL="559201" indent="0">
              <a:buNone/>
              <a:defRPr sz="1712"/>
            </a:lvl2pPr>
            <a:lvl3pPr marL="1118403" indent="0">
              <a:buNone/>
              <a:defRPr sz="1468"/>
            </a:lvl3pPr>
            <a:lvl4pPr marL="1677604" indent="0">
              <a:buNone/>
              <a:defRPr sz="1223"/>
            </a:lvl4pPr>
            <a:lvl5pPr marL="2236805" indent="0">
              <a:buNone/>
              <a:defRPr sz="1223"/>
            </a:lvl5pPr>
            <a:lvl6pPr marL="2796007" indent="0">
              <a:buNone/>
              <a:defRPr sz="1223"/>
            </a:lvl6pPr>
            <a:lvl7pPr marL="3355208" indent="0">
              <a:buNone/>
              <a:defRPr sz="1223"/>
            </a:lvl7pPr>
            <a:lvl8pPr marL="3914409" indent="0">
              <a:buNone/>
              <a:defRPr sz="1223"/>
            </a:lvl8pPr>
            <a:lvl9pPr marL="4473611" indent="0">
              <a:buNone/>
              <a:defRPr sz="122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5140A-93B8-4AF6-A8C1-CF4096F7A901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83F9F-9DB1-4282-8C0D-84400A1C8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9622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5140A-93B8-4AF6-A8C1-CF4096F7A901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83F9F-9DB1-4282-8C0D-84400A1C8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5766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46602"/>
            <a:ext cx="2628900" cy="71087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46602"/>
            <a:ext cx="7734300" cy="710873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5140A-93B8-4AF6-A8C1-CF4096F7A901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83F9F-9DB1-4282-8C0D-84400A1C8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8166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46604"/>
            <a:ext cx="10515600" cy="1621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233010"/>
            <a:ext cx="10515600" cy="53223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7774760"/>
            <a:ext cx="2743200" cy="4466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6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C5140A-93B8-4AF6-A8C1-CF4096F7A901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7774760"/>
            <a:ext cx="4114800" cy="4466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6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7774760"/>
            <a:ext cx="2743200" cy="4466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6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D83F9F-9DB1-4282-8C0D-84400A1C8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9152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118403" rtl="0" eaLnBrk="1" latinLnBrk="0" hangingPunct="1">
        <a:lnSpc>
          <a:spcPct val="90000"/>
        </a:lnSpc>
        <a:spcBef>
          <a:spcPct val="0"/>
        </a:spcBef>
        <a:buNone/>
        <a:defRPr sz="538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9601" indent="-279601" algn="l" defTabSz="1118403" rtl="0" eaLnBrk="1" latinLnBrk="0" hangingPunct="1">
        <a:lnSpc>
          <a:spcPct val="90000"/>
        </a:lnSpc>
        <a:spcBef>
          <a:spcPts val="1223"/>
        </a:spcBef>
        <a:buFont typeface="Arial" panose="020B0604020202020204" pitchFamily="34" charset="0"/>
        <a:buChar char="•"/>
        <a:defRPr sz="3425" kern="1200">
          <a:solidFill>
            <a:schemeClr val="tx1"/>
          </a:solidFill>
          <a:latin typeface="+mn-lt"/>
          <a:ea typeface="+mn-ea"/>
          <a:cs typeface="+mn-cs"/>
        </a:defRPr>
      </a:lvl1pPr>
      <a:lvl2pPr marL="838802" indent="-279601" algn="l" defTabSz="1118403" rtl="0" eaLnBrk="1" latinLnBrk="0" hangingPunct="1">
        <a:lnSpc>
          <a:spcPct val="90000"/>
        </a:lnSpc>
        <a:spcBef>
          <a:spcPts val="612"/>
        </a:spcBef>
        <a:buFont typeface="Arial" panose="020B0604020202020204" pitchFamily="34" charset="0"/>
        <a:buChar char="•"/>
        <a:defRPr sz="2935" kern="1200">
          <a:solidFill>
            <a:schemeClr val="tx1"/>
          </a:solidFill>
          <a:latin typeface="+mn-lt"/>
          <a:ea typeface="+mn-ea"/>
          <a:cs typeface="+mn-cs"/>
        </a:defRPr>
      </a:lvl2pPr>
      <a:lvl3pPr marL="1398003" indent="-279601" algn="l" defTabSz="1118403" rtl="0" eaLnBrk="1" latinLnBrk="0" hangingPunct="1">
        <a:lnSpc>
          <a:spcPct val="90000"/>
        </a:lnSpc>
        <a:spcBef>
          <a:spcPts val="612"/>
        </a:spcBef>
        <a:buFont typeface="Arial" panose="020B0604020202020204" pitchFamily="34" charset="0"/>
        <a:buChar char="•"/>
        <a:defRPr sz="2446" kern="1200">
          <a:solidFill>
            <a:schemeClr val="tx1"/>
          </a:solidFill>
          <a:latin typeface="+mn-lt"/>
          <a:ea typeface="+mn-ea"/>
          <a:cs typeface="+mn-cs"/>
        </a:defRPr>
      </a:lvl3pPr>
      <a:lvl4pPr marL="1957205" indent="-279601" algn="l" defTabSz="1118403" rtl="0" eaLnBrk="1" latinLnBrk="0" hangingPunct="1">
        <a:lnSpc>
          <a:spcPct val="90000"/>
        </a:lnSpc>
        <a:spcBef>
          <a:spcPts val="612"/>
        </a:spcBef>
        <a:buFont typeface="Arial" panose="020B0604020202020204" pitchFamily="34" charset="0"/>
        <a:buChar char="•"/>
        <a:defRPr sz="2202" kern="1200">
          <a:solidFill>
            <a:schemeClr val="tx1"/>
          </a:solidFill>
          <a:latin typeface="+mn-lt"/>
          <a:ea typeface="+mn-ea"/>
          <a:cs typeface="+mn-cs"/>
        </a:defRPr>
      </a:lvl4pPr>
      <a:lvl5pPr marL="2516406" indent="-279601" algn="l" defTabSz="1118403" rtl="0" eaLnBrk="1" latinLnBrk="0" hangingPunct="1">
        <a:lnSpc>
          <a:spcPct val="90000"/>
        </a:lnSpc>
        <a:spcBef>
          <a:spcPts val="612"/>
        </a:spcBef>
        <a:buFont typeface="Arial" panose="020B0604020202020204" pitchFamily="34" charset="0"/>
        <a:buChar char="•"/>
        <a:defRPr sz="2202" kern="1200">
          <a:solidFill>
            <a:schemeClr val="tx1"/>
          </a:solidFill>
          <a:latin typeface="+mn-lt"/>
          <a:ea typeface="+mn-ea"/>
          <a:cs typeface="+mn-cs"/>
        </a:defRPr>
      </a:lvl5pPr>
      <a:lvl6pPr marL="3075607" indent="-279601" algn="l" defTabSz="1118403" rtl="0" eaLnBrk="1" latinLnBrk="0" hangingPunct="1">
        <a:lnSpc>
          <a:spcPct val="90000"/>
        </a:lnSpc>
        <a:spcBef>
          <a:spcPts val="612"/>
        </a:spcBef>
        <a:buFont typeface="Arial" panose="020B0604020202020204" pitchFamily="34" charset="0"/>
        <a:buChar char="•"/>
        <a:defRPr sz="2202" kern="1200">
          <a:solidFill>
            <a:schemeClr val="tx1"/>
          </a:solidFill>
          <a:latin typeface="+mn-lt"/>
          <a:ea typeface="+mn-ea"/>
          <a:cs typeface="+mn-cs"/>
        </a:defRPr>
      </a:lvl6pPr>
      <a:lvl7pPr marL="3634809" indent="-279601" algn="l" defTabSz="1118403" rtl="0" eaLnBrk="1" latinLnBrk="0" hangingPunct="1">
        <a:lnSpc>
          <a:spcPct val="90000"/>
        </a:lnSpc>
        <a:spcBef>
          <a:spcPts val="612"/>
        </a:spcBef>
        <a:buFont typeface="Arial" panose="020B0604020202020204" pitchFamily="34" charset="0"/>
        <a:buChar char="•"/>
        <a:defRPr sz="2202" kern="1200">
          <a:solidFill>
            <a:schemeClr val="tx1"/>
          </a:solidFill>
          <a:latin typeface="+mn-lt"/>
          <a:ea typeface="+mn-ea"/>
          <a:cs typeface="+mn-cs"/>
        </a:defRPr>
      </a:lvl7pPr>
      <a:lvl8pPr marL="4194010" indent="-279601" algn="l" defTabSz="1118403" rtl="0" eaLnBrk="1" latinLnBrk="0" hangingPunct="1">
        <a:lnSpc>
          <a:spcPct val="90000"/>
        </a:lnSpc>
        <a:spcBef>
          <a:spcPts val="612"/>
        </a:spcBef>
        <a:buFont typeface="Arial" panose="020B0604020202020204" pitchFamily="34" charset="0"/>
        <a:buChar char="•"/>
        <a:defRPr sz="2202" kern="1200">
          <a:solidFill>
            <a:schemeClr val="tx1"/>
          </a:solidFill>
          <a:latin typeface="+mn-lt"/>
          <a:ea typeface="+mn-ea"/>
          <a:cs typeface="+mn-cs"/>
        </a:defRPr>
      </a:lvl8pPr>
      <a:lvl9pPr marL="4753211" indent="-279601" algn="l" defTabSz="1118403" rtl="0" eaLnBrk="1" latinLnBrk="0" hangingPunct="1">
        <a:lnSpc>
          <a:spcPct val="90000"/>
        </a:lnSpc>
        <a:spcBef>
          <a:spcPts val="612"/>
        </a:spcBef>
        <a:buFont typeface="Arial" panose="020B0604020202020204" pitchFamily="34" charset="0"/>
        <a:buChar char="•"/>
        <a:defRPr sz="220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18403" rtl="0" eaLnBrk="1" latinLnBrk="0" hangingPunct="1">
        <a:defRPr sz="2202" kern="1200">
          <a:solidFill>
            <a:schemeClr val="tx1"/>
          </a:solidFill>
          <a:latin typeface="+mn-lt"/>
          <a:ea typeface="+mn-ea"/>
          <a:cs typeface="+mn-cs"/>
        </a:defRPr>
      </a:lvl1pPr>
      <a:lvl2pPr marL="559201" algn="l" defTabSz="1118403" rtl="0" eaLnBrk="1" latinLnBrk="0" hangingPunct="1">
        <a:defRPr sz="2202" kern="1200">
          <a:solidFill>
            <a:schemeClr val="tx1"/>
          </a:solidFill>
          <a:latin typeface="+mn-lt"/>
          <a:ea typeface="+mn-ea"/>
          <a:cs typeface="+mn-cs"/>
        </a:defRPr>
      </a:lvl2pPr>
      <a:lvl3pPr marL="1118403" algn="l" defTabSz="1118403" rtl="0" eaLnBrk="1" latinLnBrk="0" hangingPunct="1">
        <a:defRPr sz="2202" kern="1200">
          <a:solidFill>
            <a:schemeClr val="tx1"/>
          </a:solidFill>
          <a:latin typeface="+mn-lt"/>
          <a:ea typeface="+mn-ea"/>
          <a:cs typeface="+mn-cs"/>
        </a:defRPr>
      </a:lvl3pPr>
      <a:lvl4pPr marL="1677604" algn="l" defTabSz="1118403" rtl="0" eaLnBrk="1" latinLnBrk="0" hangingPunct="1">
        <a:defRPr sz="2202" kern="1200">
          <a:solidFill>
            <a:schemeClr val="tx1"/>
          </a:solidFill>
          <a:latin typeface="+mn-lt"/>
          <a:ea typeface="+mn-ea"/>
          <a:cs typeface="+mn-cs"/>
        </a:defRPr>
      </a:lvl4pPr>
      <a:lvl5pPr marL="2236805" algn="l" defTabSz="1118403" rtl="0" eaLnBrk="1" latinLnBrk="0" hangingPunct="1">
        <a:defRPr sz="2202" kern="1200">
          <a:solidFill>
            <a:schemeClr val="tx1"/>
          </a:solidFill>
          <a:latin typeface="+mn-lt"/>
          <a:ea typeface="+mn-ea"/>
          <a:cs typeface="+mn-cs"/>
        </a:defRPr>
      </a:lvl5pPr>
      <a:lvl6pPr marL="2796007" algn="l" defTabSz="1118403" rtl="0" eaLnBrk="1" latinLnBrk="0" hangingPunct="1">
        <a:defRPr sz="2202" kern="1200">
          <a:solidFill>
            <a:schemeClr val="tx1"/>
          </a:solidFill>
          <a:latin typeface="+mn-lt"/>
          <a:ea typeface="+mn-ea"/>
          <a:cs typeface="+mn-cs"/>
        </a:defRPr>
      </a:lvl6pPr>
      <a:lvl7pPr marL="3355208" algn="l" defTabSz="1118403" rtl="0" eaLnBrk="1" latinLnBrk="0" hangingPunct="1">
        <a:defRPr sz="2202" kern="1200">
          <a:solidFill>
            <a:schemeClr val="tx1"/>
          </a:solidFill>
          <a:latin typeface="+mn-lt"/>
          <a:ea typeface="+mn-ea"/>
          <a:cs typeface="+mn-cs"/>
        </a:defRPr>
      </a:lvl7pPr>
      <a:lvl8pPr marL="3914409" algn="l" defTabSz="1118403" rtl="0" eaLnBrk="1" latinLnBrk="0" hangingPunct="1">
        <a:defRPr sz="2202" kern="1200">
          <a:solidFill>
            <a:schemeClr val="tx1"/>
          </a:solidFill>
          <a:latin typeface="+mn-lt"/>
          <a:ea typeface="+mn-ea"/>
          <a:cs typeface="+mn-cs"/>
        </a:defRPr>
      </a:lvl8pPr>
      <a:lvl9pPr marL="4473611" algn="l" defTabSz="1118403" rtl="0" eaLnBrk="1" latinLnBrk="0" hangingPunct="1">
        <a:defRPr sz="220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Oval 128">
            <a:extLst>
              <a:ext uri="{FF2B5EF4-FFF2-40B4-BE49-F238E27FC236}">
                <a16:creationId xmlns:a16="http://schemas.microsoft.com/office/drawing/2014/main" id="{97A353AA-2188-2FB1-D6B8-BFB638EB33CA}"/>
              </a:ext>
            </a:extLst>
          </p:cNvPr>
          <p:cNvSpPr/>
          <p:nvPr/>
        </p:nvSpPr>
        <p:spPr>
          <a:xfrm>
            <a:off x="8836788" y="3686175"/>
            <a:ext cx="1260000" cy="1260000"/>
          </a:xfrm>
          <a:prstGeom prst="ellipse">
            <a:avLst/>
          </a:prstGeom>
          <a:solidFill>
            <a:srgbClr val="D5D5D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Cylinder 3">
            <a:extLst>
              <a:ext uri="{FF2B5EF4-FFF2-40B4-BE49-F238E27FC236}">
                <a16:creationId xmlns:a16="http://schemas.microsoft.com/office/drawing/2014/main" id="{EB6F2B99-E2D2-2A1F-A38F-CC5720F32B32}"/>
              </a:ext>
            </a:extLst>
          </p:cNvPr>
          <p:cNvSpPr/>
          <p:nvPr/>
        </p:nvSpPr>
        <p:spPr>
          <a:xfrm>
            <a:off x="4538349" y="2032463"/>
            <a:ext cx="2520000" cy="4888576"/>
          </a:xfrm>
          <a:prstGeom prst="can">
            <a:avLst/>
          </a:prstGeom>
          <a:solidFill>
            <a:srgbClr val="AEAEAE">
              <a:alpha val="63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Cylinder 4">
            <a:extLst>
              <a:ext uri="{FF2B5EF4-FFF2-40B4-BE49-F238E27FC236}">
                <a16:creationId xmlns:a16="http://schemas.microsoft.com/office/drawing/2014/main" id="{B2C46AD2-4A21-C108-2266-DD3D874A8F45}"/>
              </a:ext>
            </a:extLst>
          </p:cNvPr>
          <p:cNvSpPr/>
          <p:nvPr/>
        </p:nvSpPr>
        <p:spPr>
          <a:xfrm>
            <a:off x="4625823" y="2101005"/>
            <a:ext cx="2340000" cy="4751493"/>
          </a:xfrm>
          <a:prstGeom prst="can">
            <a:avLst>
              <a:gd name="adj" fmla="val 21010"/>
            </a:avLst>
          </a:prstGeom>
          <a:blipFill dpi="0" rotWithShape="1">
            <a:blip r:embed="rId2">
              <a:alphaModFix amt="34000"/>
            </a:blip>
            <a:srcRect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6B45BA-0CA8-ED42-7B45-A6EE3DAF4E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91194" y="1832700"/>
            <a:ext cx="3533775" cy="34575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FFE0677-0F2E-4730-2092-33A2FE05324C}"/>
              </a:ext>
            </a:extLst>
          </p:cNvPr>
          <p:cNvSpPr txBox="1"/>
          <p:nvPr/>
        </p:nvSpPr>
        <p:spPr>
          <a:xfrm>
            <a:off x="5648582" y="7880377"/>
            <a:ext cx="447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(a)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4F583F8-879A-B9C5-CC9F-F9D0A9B80AFD}"/>
              </a:ext>
            </a:extLst>
          </p:cNvPr>
          <p:cNvSpPr/>
          <p:nvPr/>
        </p:nvSpPr>
        <p:spPr>
          <a:xfrm>
            <a:off x="4538362" y="6241668"/>
            <a:ext cx="2520000" cy="69094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C323044-49C8-C072-582A-F1EBC82E5D62}"/>
              </a:ext>
            </a:extLst>
          </p:cNvPr>
          <p:cNvSpPr/>
          <p:nvPr/>
        </p:nvSpPr>
        <p:spPr>
          <a:xfrm>
            <a:off x="4629009" y="6315912"/>
            <a:ext cx="2340000" cy="54316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B9C04ED-931E-D539-803F-B457B2EDE5B9}"/>
              </a:ext>
            </a:extLst>
          </p:cNvPr>
          <p:cNvCxnSpPr>
            <a:cxnSpLocks/>
          </p:cNvCxnSpPr>
          <p:nvPr/>
        </p:nvCxnSpPr>
        <p:spPr>
          <a:xfrm flipV="1">
            <a:off x="5792597" y="6580047"/>
            <a:ext cx="1971336" cy="17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8C39D94-2000-1AFF-499C-067CC137B09E}"/>
              </a:ext>
            </a:extLst>
          </p:cNvPr>
          <p:cNvCxnSpPr>
            <a:cxnSpLocks/>
          </p:cNvCxnSpPr>
          <p:nvPr/>
        </p:nvCxnSpPr>
        <p:spPr>
          <a:xfrm flipV="1">
            <a:off x="5796111" y="194734"/>
            <a:ext cx="0" cy="63853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93BA92C8-6E47-1B23-69EA-583AD955F612}"/>
              </a:ext>
            </a:extLst>
          </p:cNvPr>
          <p:cNvCxnSpPr>
            <a:cxnSpLocks/>
          </p:cNvCxnSpPr>
          <p:nvPr/>
        </p:nvCxnSpPr>
        <p:spPr>
          <a:xfrm flipH="1">
            <a:off x="4539669" y="6580047"/>
            <a:ext cx="1252928" cy="780663"/>
          </a:xfrm>
          <a:prstGeom prst="line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B53F7EF9-328D-72B3-7542-06A4A6BF9962}"/>
              </a:ext>
            </a:extLst>
          </p:cNvPr>
          <p:cNvSpPr txBox="1"/>
          <p:nvPr/>
        </p:nvSpPr>
        <p:spPr>
          <a:xfrm>
            <a:off x="7465758" y="6056132"/>
            <a:ext cx="447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(X)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8D5D97B-D51E-58A4-83DD-A1BC8DFC9C8C}"/>
              </a:ext>
            </a:extLst>
          </p:cNvPr>
          <p:cNvSpPr txBox="1"/>
          <p:nvPr/>
        </p:nvSpPr>
        <p:spPr>
          <a:xfrm>
            <a:off x="4718715" y="7251147"/>
            <a:ext cx="447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(Y)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CC0560C-D99F-F7F8-7109-5C92AFE65F43}"/>
              </a:ext>
            </a:extLst>
          </p:cNvPr>
          <p:cNvSpPr txBox="1"/>
          <p:nvPr/>
        </p:nvSpPr>
        <p:spPr>
          <a:xfrm>
            <a:off x="5983673" y="129073"/>
            <a:ext cx="447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(Z)</a:t>
            </a:r>
          </a:p>
        </p:txBody>
      </p:sp>
      <p:sp>
        <p:nvSpPr>
          <p:cNvPr id="87" name="Freeform: Shape 86">
            <a:extLst>
              <a:ext uri="{FF2B5EF4-FFF2-40B4-BE49-F238E27FC236}">
                <a16:creationId xmlns:a16="http://schemas.microsoft.com/office/drawing/2014/main" id="{65D5A3C3-F3F7-B8D5-6F25-01D9F70244FB}"/>
              </a:ext>
            </a:extLst>
          </p:cNvPr>
          <p:cNvSpPr/>
          <p:nvPr/>
        </p:nvSpPr>
        <p:spPr>
          <a:xfrm>
            <a:off x="4538949" y="2032463"/>
            <a:ext cx="2520000" cy="634672"/>
          </a:xfrm>
          <a:custGeom>
            <a:avLst/>
            <a:gdLst>
              <a:gd name="csX0" fmla="*/ 1260647 w 2520000"/>
              <a:gd name="csY0" fmla="*/ 74244 h 690946"/>
              <a:gd name="csX1" fmla="*/ 90647 w 2520000"/>
              <a:gd name="csY1" fmla="*/ 345829 h 690946"/>
              <a:gd name="csX2" fmla="*/ 1260647 w 2520000"/>
              <a:gd name="csY2" fmla="*/ 617414 h 690946"/>
              <a:gd name="csX3" fmla="*/ 2430647 w 2520000"/>
              <a:gd name="csY3" fmla="*/ 345829 h 690946"/>
              <a:gd name="csX4" fmla="*/ 1260647 w 2520000"/>
              <a:gd name="csY4" fmla="*/ 74244 h 690946"/>
              <a:gd name="csX5" fmla="*/ 1260000 w 2520000"/>
              <a:gd name="csY5" fmla="*/ 0 h 690946"/>
              <a:gd name="csX6" fmla="*/ 2520000 w 2520000"/>
              <a:gd name="csY6" fmla="*/ 345473 h 690946"/>
              <a:gd name="csX7" fmla="*/ 1260000 w 2520000"/>
              <a:gd name="csY7" fmla="*/ 690946 h 690946"/>
              <a:gd name="csX8" fmla="*/ 0 w 2520000"/>
              <a:gd name="csY8" fmla="*/ 345473 h 690946"/>
              <a:gd name="csX9" fmla="*/ 1260000 w 2520000"/>
              <a:gd name="csY9" fmla="*/ 0 h 6909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2520000" h="690946">
                <a:moveTo>
                  <a:pt x="1260647" y="74244"/>
                </a:moveTo>
                <a:cubicBezTo>
                  <a:pt x="614474" y="74244"/>
                  <a:pt x="90647" y="195837"/>
                  <a:pt x="90647" y="345829"/>
                </a:cubicBezTo>
                <a:cubicBezTo>
                  <a:pt x="90647" y="495821"/>
                  <a:pt x="614474" y="617414"/>
                  <a:pt x="1260647" y="617414"/>
                </a:cubicBezTo>
                <a:cubicBezTo>
                  <a:pt x="1906820" y="617414"/>
                  <a:pt x="2430647" y="495821"/>
                  <a:pt x="2430647" y="345829"/>
                </a:cubicBezTo>
                <a:cubicBezTo>
                  <a:pt x="2430647" y="195837"/>
                  <a:pt x="1906820" y="74244"/>
                  <a:pt x="1260647" y="74244"/>
                </a:cubicBezTo>
                <a:close/>
                <a:moveTo>
                  <a:pt x="1260000" y="0"/>
                </a:moveTo>
                <a:cubicBezTo>
                  <a:pt x="1955879" y="0"/>
                  <a:pt x="2520000" y="154674"/>
                  <a:pt x="2520000" y="345473"/>
                </a:cubicBezTo>
                <a:cubicBezTo>
                  <a:pt x="2520000" y="536272"/>
                  <a:pt x="1955879" y="690946"/>
                  <a:pt x="1260000" y="690946"/>
                </a:cubicBezTo>
                <a:cubicBezTo>
                  <a:pt x="564121" y="690946"/>
                  <a:pt x="0" y="536272"/>
                  <a:pt x="0" y="345473"/>
                </a:cubicBezTo>
                <a:cubicBezTo>
                  <a:pt x="0" y="154674"/>
                  <a:pt x="564121" y="0"/>
                  <a:pt x="1260000" y="0"/>
                </a:cubicBezTo>
                <a:close/>
              </a:path>
            </a:pathLst>
          </a:custGeom>
          <a:solidFill>
            <a:srgbClr val="FF000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73C35079-2BC7-04F3-65F6-78A99214F529}"/>
              </a:ext>
            </a:extLst>
          </p:cNvPr>
          <p:cNvCxnSpPr/>
          <p:nvPr/>
        </p:nvCxnSpPr>
        <p:spPr>
          <a:xfrm>
            <a:off x="4587248" y="1500310"/>
            <a:ext cx="0" cy="840724"/>
          </a:xfrm>
          <a:prstGeom prst="straightConnector1">
            <a:avLst/>
          </a:prstGeom>
          <a:ln w="57150">
            <a:solidFill>
              <a:srgbClr val="FF0000">
                <a:alpha val="85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6D7EBB7F-C225-CCD4-80FE-F1E9515B6F93}"/>
              </a:ext>
            </a:extLst>
          </p:cNvPr>
          <p:cNvCxnSpPr/>
          <p:nvPr/>
        </p:nvCxnSpPr>
        <p:spPr>
          <a:xfrm>
            <a:off x="5101175" y="1252923"/>
            <a:ext cx="0" cy="840724"/>
          </a:xfrm>
          <a:prstGeom prst="straightConnector1">
            <a:avLst/>
          </a:prstGeom>
          <a:ln w="57150">
            <a:solidFill>
              <a:srgbClr val="FF0000">
                <a:alpha val="85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604E6019-A76B-97D8-A3AC-410116F5F701}"/>
              </a:ext>
            </a:extLst>
          </p:cNvPr>
          <p:cNvCxnSpPr/>
          <p:nvPr/>
        </p:nvCxnSpPr>
        <p:spPr>
          <a:xfrm>
            <a:off x="7007482" y="1561883"/>
            <a:ext cx="0" cy="840724"/>
          </a:xfrm>
          <a:prstGeom prst="straightConnector1">
            <a:avLst/>
          </a:prstGeom>
          <a:ln w="57150">
            <a:solidFill>
              <a:srgbClr val="FF0000">
                <a:alpha val="85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B08CDDFB-1D83-8AAD-2CDD-E9F93E6CC66C}"/>
              </a:ext>
            </a:extLst>
          </p:cNvPr>
          <p:cNvCxnSpPr/>
          <p:nvPr/>
        </p:nvCxnSpPr>
        <p:spPr>
          <a:xfrm>
            <a:off x="6411429" y="1252923"/>
            <a:ext cx="0" cy="840724"/>
          </a:xfrm>
          <a:prstGeom prst="straightConnector1">
            <a:avLst/>
          </a:prstGeom>
          <a:ln w="57150">
            <a:solidFill>
              <a:srgbClr val="FF0000">
                <a:alpha val="85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820BF37F-6F6F-11EF-5E81-89A501370DA2}"/>
              </a:ext>
            </a:extLst>
          </p:cNvPr>
          <p:cNvCxnSpPr/>
          <p:nvPr/>
        </p:nvCxnSpPr>
        <p:spPr>
          <a:xfrm>
            <a:off x="5792597" y="1220804"/>
            <a:ext cx="0" cy="840724"/>
          </a:xfrm>
          <a:prstGeom prst="straightConnector1">
            <a:avLst/>
          </a:prstGeom>
          <a:ln w="57150">
            <a:solidFill>
              <a:srgbClr val="FF0000">
                <a:alpha val="85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Isosceles Triangle 99">
            <a:extLst>
              <a:ext uri="{FF2B5EF4-FFF2-40B4-BE49-F238E27FC236}">
                <a16:creationId xmlns:a16="http://schemas.microsoft.com/office/drawing/2014/main" id="{6EAA6055-640D-2A2D-EC65-6ABA2C9ECF4C}"/>
              </a:ext>
            </a:extLst>
          </p:cNvPr>
          <p:cNvSpPr/>
          <p:nvPr/>
        </p:nvSpPr>
        <p:spPr>
          <a:xfrm>
            <a:off x="5634036" y="6709243"/>
            <a:ext cx="342535" cy="355188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9246CBF7-3C3A-97EF-6500-758B3717BB6E}"/>
              </a:ext>
            </a:extLst>
          </p:cNvPr>
          <p:cNvSpPr/>
          <p:nvPr/>
        </p:nvSpPr>
        <p:spPr>
          <a:xfrm>
            <a:off x="5744300" y="6584717"/>
            <a:ext cx="121998" cy="11853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743256B3-9231-ECFB-B296-C58D28CCCA24}"/>
              </a:ext>
            </a:extLst>
          </p:cNvPr>
          <p:cNvCxnSpPr/>
          <p:nvPr/>
        </p:nvCxnSpPr>
        <p:spPr>
          <a:xfrm>
            <a:off x="5455542" y="1804164"/>
            <a:ext cx="0" cy="840724"/>
          </a:xfrm>
          <a:prstGeom prst="straightConnector1">
            <a:avLst/>
          </a:prstGeom>
          <a:ln w="57150">
            <a:solidFill>
              <a:srgbClr val="FF0000">
                <a:alpha val="85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5D78C44E-67A1-7327-A7F3-277EE5059277}"/>
              </a:ext>
            </a:extLst>
          </p:cNvPr>
          <p:cNvCxnSpPr/>
          <p:nvPr/>
        </p:nvCxnSpPr>
        <p:spPr>
          <a:xfrm>
            <a:off x="6207382" y="1805084"/>
            <a:ext cx="0" cy="840724"/>
          </a:xfrm>
          <a:prstGeom prst="straightConnector1">
            <a:avLst/>
          </a:prstGeom>
          <a:ln w="57150">
            <a:solidFill>
              <a:srgbClr val="FF0000">
                <a:alpha val="85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B7277BCA-7D1D-7903-BA8B-B075B1123B46}"/>
              </a:ext>
            </a:extLst>
          </p:cNvPr>
          <p:cNvCxnSpPr/>
          <p:nvPr/>
        </p:nvCxnSpPr>
        <p:spPr>
          <a:xfrm>
            <a:off x="6745862" y="1680643"/>
            <a:ext cx="0" cy="840724"/>
          </a:xfrm>
          <a:prstGeom prst="straightConnector1">
            <a:avLst/>
          </a:prstGeom>
          <a:ln w="57150">
            <a:solidFill>
              <a:srgbClr val="FF0000">
                <a:alpha val="85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6C555534-8204-E8EB-87E2-17494AB381F3}"/>
              </a:ext>
            </a:extLst>
          </p:cNvPr>
          <p:cNvCxnSpPr/>
          <p:nvPr/>
        </p:nvCxnSpPr>
        <p:spPr>
          <a:xfrm>
            <a:off x="4837557" y="1641166"/>
            <a:ext cx="0" cy="840724"/>
          </a:xfrm>
          <a:prstGeom prst="straightConnector1">
            <a:avLst/>
          </a:prstGeom>
          <a:ln w="57150">
            <a:solidFill>
              <a:srgbClr val="FF0000">
                <a:alpha val="85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92AEE40E-1282-B890-B411-59BC2788EF17}"/>
              </a:ext>
            </a:extLst>
          </p:cNvPr>
          <p:cNvCxnSpPr/>
          <p:nvPr/>
        </p:nvCxnSpPr>
        <p:spPr>
          <a:xfrm>
            <a:off x="5511800" y="7067607"/>
            <a:ext cx="584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5EB7C70D-34A4-752A-168C-26B8A7DD4D7B}"/>
              </a:ext>
            </a:extLst>
          </p:cNvPr>
          <p:cNvCxnSpPr>
            <a:stCxn id="100" idx="2"/>
          </p:cNvCxnSpPr>
          <p:nvPr/>
        </p:nvCxnSpPr>
        <p:spPr>
          <a:xfrm flipH="1">
            <a:off x="5535613" y="7064431"/>
            <a:ext cx="98423" cy="634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6F8A6C5B-8BF6-E207-2441-E893938C9A85}"/>
              </a:ext>
            </a:extLst>
          </p:cNvPr>
          <p:cNvCxnSpPr/>
          <p:nvPr/>
        </p:nvCxnSpPr>
        <p:spPr>
          <a:xfrm flipH="1">
            <a:off x="5586408" y="7064417"/>
            <a:ext cx="98423" cy="634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E0E9C8A5-9712-97A8-0BCF-09F7FA1D12F5}"/>
              </a:ext>
            </a:extLst>
          </p:cNvPr>
          <p:cNvCxnSpPr/>
          <p:nvPr/>
        </p:nvCxnSpPr>
        <p:spPr>
          <a:xfrm flipH="1">
            <a:off x="5635620" y="7064419"/>
            <a:ext cx="98423" cy="634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008E6AF7-6CA5-B1C6-F814-17522EDED335}"/>
              </a:ext>
            </a:extLst>
          </p:cNvPr>
          <p:cNvCxnSpPr/>
          <p:nvPr/>
        </p:nvCxnSpPr>
        <p:spPr>
          <a:xfrm flipH="1">
            <a:off x="5686415" y="7064405"/>
            <a:ext cx="98423" cy="634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BDA4A3D9-41D6-61AD-0286-41C04F40A6EF}"/>
              </a:ext>
            </a:extLst>
          </p:cNvPr>
          <p:cNvCxnSpPr/>
          <p:nvPr/>
        </p:nvCxnSpPr>
        <p:spPr>
          <a:xfrm flipH="1">
            <a:off x="5737197" y="7067633"/>
            <a:ext cx="98423" cy="634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2F174732-AFD8-F157-1516-AB2EF817D57F}"/>
              </a:ext>
            </a:extLst>
          </p:cNvPr>
          <p:cNvCxnSpPr/>
          <p:nvPr/>
        </p:nvCxnSpPr>
        <p:spPr>
          <a:xfrm flipH="1">
            <a:off x="5787992" y="7067619"/>
            <a:ext cx="98423" cy="634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EA60AF5F-47D0-7331-DE86-2A61CE7A8824}"/>
              </a:ext>
            </a:extLst>
          </p:cNvPr>
          <p:cNvCxnSpPr/>
          <p:nvPr/>
        </p:nvCxnSpPr>
        <p:spPr>
          <a:xfrm flipH="1">
            <a:off x="5837204" y="7067621"/>
            <a:ext cx="98423" cy="634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6147F28E-B95A-A1A2-D10E-2B123EF41909}"/>
              </a:ext>
            </a:extLst>
          </p:cNvPr>
          <p:cNvCxnSpPr/>
          <p:nvPr/>
        </p:nvCxnSpPr>
        <p:spPr>
          <a:xfrm flipH="1">
            <a:off x="5887999" y="7067607"/>
            <a:ext cx="98423" cy="634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Oval 126">
            <a:extLst>
              <a:ext uri="{FF2B5EF4-FFF2-40B4-BE49-F238E27FC236}">
                <a16:creationId xmlns:a16="http://schemas.microsoft.com/office/drawing/2014/main" id="{3F560E90-4A2E-FE8E-BB89-371FF52548C2}"/>
              </a:ext>
            </a:extLst>
          </p:cNvPr>
          <p:cNvSpPr/>
          <p:nvPr/>
        </p:nvSpPr>
        <p:spPr>
          <a:xfrm>
            <a:off x="8926788" y="3776175"/>
            <a:ext cx="1080000" cy="1080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4E4DC3F8-965F-F2B4-6B7F-73E41356898F}"/>
              </a:ext>
            </a:extLst>
          </p:cNvPr>
          <p:cNvCxnSpPr>
            <a:cxnSpLocks/>
            <a:endCxn id="127" idx="7"/>
          </p:cNvCxnSpPr>
          <p:nvPr/>
        </p:nvCxnSpPr>
        <p:spPr>
          <a:xfrm flipV="1">
            <a:off x="9466788" y="3934337"/>
            <a:ext cx="381838" cy="3818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AB96FB96-8946-5F1B-CF69-EB437513A5CF}"/>
              </a:ext>
            </a:extLst>
          </p:cNvPr>
          <p:cNvCxnSpPr>
            <a:cxnSpLocks/>
          </p:cNvCxnSpPr>
          <p:nvPr/>
        </p:nvCxnSpPr>
        <p:spPr>
          <a:xfrm>
            <a:off x="9466788" y="4316174"/>
            <a:ext cx="565046" cy="2699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B53C5807-8E3F-183F-7141-D8779A8912AE}"/>
              </a:ext>
            </a:extLst>
          </p:cNvPr>
          <p:cNvCxnSpPr>
            <a:endCxn id="129" idx="3"/>
          </p:cNvCxnSpPr>
          <p:nvPr/>
        </p:nvCxnSpPr>
        <p:spPr>
          <a:xfrm flipV="1">
            <a:off x="8874760" y="4761652"/>
            <a:ext cx="146551" cy="1845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CCB3F29C-271A-F372-44EB-1218EC745BC2}"/>
              </a:ext>
            </a:extLst>
          </p:cNvPr>
          <p:cNvCxnSpPr>
            <a:cxnSpLocks/>
            <a:endCxn id="127" idx="3"/>
          </p:cNvCxnSpPr>
          <p:nvPr/>
        </p:nvCxnSpPr>
        <p:spPr>
          <a:xfrm flipH="1">
            <a:off x="9084950" y="4507094"/>
            <a:ext cx="158129" cy="1909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3610924F-4EC2-9030-D5F0-256CBED34443}"/>
              </a:ext>
            </a:extLst>
          </p:cNvPr>
          <p:cNvCxnSpPr>
            <a:cxnSpLocks/>
          </p:cNvCxnSpPr>
          <p:nvPr/>
        </p:nvCxnSpPr>
        <p:spPr>
          <a:xfrm>
            <a:off x="9466788" y="4316174"/>
            <a:ext cx="113009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FFD3D3BF-7AE3-654B-BDBF-93F4B3BB8256}"/>
              </a:ext>
            </a:extLst>
          </p:cNvPr>
          <p:cNvSpPr txBox="1"/>
          <p:nvPr/>
        </p:nvSpPr>
        <p:spPr>
          <a:xfrm>
            <a:off x="10452265" y="3946842"/>
            <a:ext cx="447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(X)</a:t>
            </a:r>
          </a:p>
        </p:txBody>
      </p: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D56CFD9D-05A3-ECE0-D885-D780D4A0A3A5}"/>
              </a:ext>
            </a:extLst>
          </p:cNvPr>
          <p:cNvCxnSpPr>
            <a:cxnSpLocks/>
          </p:cNvCxnSpPr>
          <p:nvPr/>
        </p:nvCxnSpPr>
        <p:spPr>
          <a:xfrm flipV="1">
            <a:off x="9466788" y="2547551"/>
            <a:ext cx="0" cy="17686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TextBox 152">
            <a:extLst>
              <a:ext uri="{FF2B5EF4-FFF2-40B4-BE49-F238E27FC236}">
                <a16:creationId xmlns:a16="http://schemas.microsoft.com/office/drawing/2014/main" id="{8AE68B74-9E24-D15D-5539-70A3F0934624}"/>
              </a:ext>
            </a:extLst>
          </p:cNvPr>
          <p:cNvSpPr txBox="1"/>
          <p:nvPr/>
        </p:nvSpPr>
        <p:spPr>
          <a:xfrm>
            <a:off x="9654350" y="2481890"/>
            <a:ext cx="447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(Y)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8B74EF2-F314-F019-2295-723BC0A6B83A}"/>
              </a:ext>
            </a:extLst>
          </p:cNvPr>
          <p:cNvSpPr txBox="1"/>
          <p:nvPr/>
        </p:nvSpPr>
        <p:spPr>
          <a:xfrm>
            <a:off x="9301893" y="5946580"/>
            <a:ext cx="447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(b)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7366F086-5AA5-2220-E73A-C33A1490D2D8}"/>
              </a:ext>
            </a:extLst>
          </p:cNvPr>
          <p:cNvSpPr txBox="1"/>
          <p:nvPr/>
        </p:nvSpPr>
        <p:spPr>
          <a:xfrm>
            <a:off x="9526580" y="3771506"/>
            <a:ext cx="447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5C666B31-AB4B-5E91-692B-601F9C9F2BAA}"/>
              </a:ext>
            </a:extLst>
          </p:cNvPr>
          <p:cNvSpPr txBox="1"/>
          <p:nvPr/>
        </p:nvSpPr>
        <p:spPr>
          <a:xfrm>
            <a:off x="9536545" y="4351840"/>
            <a:ext cx="447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B9FCF4AD-F0C0-3482-D1D7-6E21ECBD2A60}"/>
              </a:ext>
            </a:extLst>
          </p:cNvPr>
          <p:cNvSpPr txBox="1"/>
          <p:nvPr/>
        </p:nvSpPr>
        <p:spPr>
          <a:xfrm>
            <a:off x="8795661" y="4850627"/>
            <a:ext cx="447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11240546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8782</TotalTime>
  <Words>24</Words>
  <Application>Microsoft Office PowerPoint</Application>
  <PresentationFormat>Custom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Siddharthan Somasundaram</dc:creator>
  <cp:lastModifiedBy>Siddharthan Somasundaram</cp:lastModifiedBy>
  <cp:revision>2</cp:revision>
  <dcterms:created xsi:type="dcterms:W3CDTF">2026-09-20T20:59:15Z</dcterms:created>
  <dcterms:modified xsi:type="dcterms:W3CDTF">2026-09-29T17:17:26Z</dcterms:modified>
</cp:coreProperties>
</file>