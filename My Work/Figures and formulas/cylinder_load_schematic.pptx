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799763" cy="8388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626"/>
    <a:srgbClr val="D5D5D5"/>
    <a:srgbClr val="AEAEAE"/>
    <a:srgbClr val="DADAD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1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372816"/>
            <a:ext cx="9179799" cy="2920389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4405826"/>
            <a:ext cx="8099822" cy="20252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29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57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091265"/>
            <a:ext cx="9314796" cy="3489320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5613595"/>
            <a:ext cx="9314796" cy="1834951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8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233010"/>
            <a:ext cx="4589899" cy="53223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233010"/>
            <a:ext cx="4589899" cy="53223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79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446604"/>
            <a:ext cx="9314796" cy="1621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056312"/>
            <a:ext cx="4568805" cy="1007766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064078"/>
            <a:ext cx="4568805" cy="4506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056312"/>
            <a:ext cx="4591306" cy="1007766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064078"/>
            <a:ext cx="4591306" cy="4506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16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42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978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59223"/>
            <a:ext cx="3483205" cy="195728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207769"/>
            <a:ext cx="5467380" cy="596116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516505"/>
            <a:ext cx="3483205" cy="466213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54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59223"/>
            <a:ext cx="3483205" cy="195728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207769"/>
            <a:ext cx="5467380" cy="596116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516505"/>
            <a:ext cx="3483205" cy="466213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8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02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446602"/>
            <a:ext cx="2328699" cy="71087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446602"/>
            <a:ext cx="6851100" cy="71087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0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46604"/>
            <a:ext cx="9314796" cy="16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233010"/>
            <a:ext cx="9314796" cy="5322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7774760"/>
            <a:ext cx="2429947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7774760"/>
            <a:ext cx="3644920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7774760"/>
            <a:ext cx="2429947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58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281">
            <a:extLst>
              <a:ext uri="{FF2B5EF4-FFF2-40B4-BE49-F238E27FC236}">
                <a16:creationId xmlns:a16="http://schemas.microsoft.com/office/drawing/2014/main" id="{FF6631B6-EF14-18A6-D4C0-F4E4104DB88E}"/>
              </a:ext>
            </a:extLst>
          </p:cNvPr>
          <p:cNvSpPr/>
          <p:nvPr/>
        </p:nvSpPr>
        <p:spPr>
          <a:xfrm>
            <a:off x="5488988" y="2256871"/>
            <a:ext cx="1440000" cy="4320000"/>
          </a:xfrm>
          <a:prstGeom prst="rect">
            <a:avLst/>
          </a:prstGeom>
          <a:blipFill dpi="0" rotWithShape="1">
            <a:blip r:embed="rId2">
              <a:alphaModFix amt="12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97A353AA-2188-2FB1-D6B8-BFB638EB33CA}"/>
              </a:ext>
            </a:extLst>
          </p:cNvPr>
          <p:cNvSpPr/>
          <p:nvPr/>
        </p:nvSpPr>
        <p:spPr>
          <a:xfrm>
            <a:off x="8423046" y="3754255"/>
            <a:ext cx="1260000" cy="1260000"/>
          </a:xfrm>
          <a:prstGeom prst="ellipse">
            <a:avLst/>
          </a:prstGeom>
          <a:solidFill>
            <a:srgbClr val="D5D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EB6F2B99-E2D2-2A1F-A38F-CC5720F32B32}"/>
              </a:ext>
            </a:extLst>
          </p:cNvPr>
          <p:cNvSpPr/>
          <p:nvPr/>
        </p:nvSpPr>
        <p:spPr>
          <a:xfrm>
            <a:off x="995310" y="2032463"/>
            <a:ext cx="2520000" cy="4888576"/>
          </a:xfrm>
          <a:prstGeom prst="can">
            <a:avLst/>
          </a:prstGeom>
          <a:solidFill>
            <a:srgbClr val="AEAEAE">
              <a:alpha val="6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B2C46AD2-4A21-C108-2266-DD3D874A8F45}"/>
              </a:ext>
            </a:extLst>
          </p:cNvPr>
          <p:cNvSpPr/>
          <p:nvPr/>
        </p:nvSpPr>
        <p:spPr>
          <a:xfrm>
            <a:off x="1082785" y="2101007"/>
            <a:ext cx="2340000" cy="4751493"/>
          </a:xfrm>
          <a:prstGeom prst="can">
            <a:avLst>
              <a:gd name="adj" fmla="val 21010"/>
            </a:avLst>
          </a:prstGeom>
          <a:blipFill dpi="0" rotWithShape="1">
            <a:blip r:embed="rId3">
              <a:alphaModFix amt="34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E0677-0F2E-4730-2092-33A2FE05324C}"/>
              </a:ext>
            </a:extLst>
          </p:cNvPr>
          <p:cNvSpPr txBox="1"/>
          <p:nvPr/>
        </p:nvSpPr>
        <p:spPr>
          <a:xfrm>
            <a:off x="2105543" y="7880377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(a)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F583F8-879A-B9C5-CC9F-F9D0A9B80AFD}"/>
              </a:ext>
            </a:extLst>
          </p:cNvPr>
          <p:cNvSpPr/>
          <p:nvPr/>
        </p:nvSpPr>
        <p:spPr>
          <a:xfrm>
            <a:off x="995324" y="6241670"/>
            <a:ext cx="2520000" cy="69094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323044-49C8-C072-582A-F1EBC82E5D62}"/>
              </a:ext>
            </a:extLst>
          </p:cNvPr>
          <p:cNvSpPr/>
          <p:nvPr/>
        </p:nvSpPr>
        <p:spPr>
          <a:xfrm>
            <a:off x="1085970" y="6315915"/>
            <a:ext cx="2340000" cy="5431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9C04ED-931E-D539-803F-B457B2EDE5B9}"/>
              </a:ext>
            </a:extLst>
          </p:cNvPr>
          <p:cNvCxnSpPr>
            <a:cxnSpLocks/>
          </p:cNvCxnSpPr>
          <p:nvPr/>
        </p:nvCxnSpPr>
        <p:spPr>
          <a:xfrm>
            <a:off x="2255911" y="6577635"/>
            <a:ext cx="18271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C39D94-2000-1AFF-499C-067CC137B09E}"/>
              </a:ext>
            </a:extLst>
          </p:cNvPr>
          <p:cNvCxnSpPr>
            <a:cxnSpLocks/>
          </p:cNvCxnSpPr>
          <p:nvPr/>
        </p:nvCxnSpPr>
        <p:spPr>
          <a:xfrm flipV="1">
            <a:off x="2253072" y="590550"/>
            <a:ext cx="0" cy="5989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3BA92C8-6E47-1B23-69EA-583AD955F612}"/>
              </a:ext>
            </a:extLst>
          </p:cNvPr>
          <p:cNvCxnSpPr>
            <a:cxnSpLocks/>
          </p:cNvCxnSpPr>
          <p:nvPr/>
        </p:nvCxnSpPr>
        <p:spPr>
          <a:xfrm flipH="1">
            <a:off x="1388743" y="6580049"/>
            <a:ext cx="860816" cy="536349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53F7EF9-328D-72B3-7542-06A4A6BF9962}"/>
              </a:ext>
            </a:extLst>
          </p:cNvPr>
          <p:cNvSpPr txBox="1"/>
          <p:nvPr/>
        </p:nvSpPr>
        <p:spPr>
          <a:xfrm>
            <a:off x="3608242" y="6237512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(X)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D5D97B-D51E-58A4-83DD-A1BC8DFC9C8C}"/>
              </a:ext>
            </a:extLst>
          </p:cNvPr>
          <p:cNvSpPr txBox="1"/>
          <p:nvPr/>
        </p:nvSpPr>
        <p:spPr>
          <a:xfrm>
            <a:off x="943330" y="6921039"/>
            <a:ext cx="447418" cy="3692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799" dirty="0"/>
              <a:t>(Y)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C0560C-D99F-F7F8-7109-5C92AFE65F43}"/>
              </a:ext>
            </a:extLst>
          </p:cNvPr>
          <p:cNvSpPr txBox="1"/>
          <p:nvPr/>
        </p:nvSpPr>
        <p:spPr>
          <a:xfrm>
            <a:off x="1765846" y="558747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(Z)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65D5A3C3-F3F7-B8D5-6F25-01D9F70244FB}"/>
              </a:ext>
            </a:extLst>
          </p:cNvPr>
          <p:cNvSpPr/>
          <p:nvPr/>
        </p:nvSpPr>
        <p:spPr>
          <a:xfrm>
            <a:off x="995911" y="2032464"/>
            <a:ext cx="2520000" cy="634672"/>
          </a:xfrm>
          <a:custGeom>
            <a:avLst/>
            <a:gdLst>
              <a:gd name="csX0" fmla="*/ 1260647 w 2520000"/>
              <a:gd name="csY0" fmla="*/ 74244 h 690946"/>
              <a:gd name="csX1" fmla="*/ 90647 w 2520000"/>
              <a:gd name="csY1" fmla="*/ 345829 h 690946"/>
              <a:gd name="csX2" fmla="*/ 1260647 w 2520000"/>
              <a:gd name="csY2" fmla="*/ 617414 h 690946"/>
              <a:gd name="csX3" fmla="*/ 2430647 w 2520000"/>
              <a:gd name="csY3" fmla="*/ 345829 h 690946"/>
              <a:gd name="csX4" fmla="*/ 1260647 w 2520000"/>
              <a:gd name="csY4" fmla="*/ 74244 h 690946"/>
              <a:gd name="csX5" fmla="*/ 1260000 w 2520000"/>
              <a:gd name="csY5" fmla="*/ 0 h 690946"/>
              <a:gd name="csX6" fmla="*/ 2520000 w 2520000"/>
              <a:gd name="csY6" fmla="*/ 345473 h 690946"/>
              <a:gd name="csX7" fmla="*/ 1260000 w 2520000"/>
              <a:gd name="csY7" fmla="*/ 690946 h 690946"/>
              <a:gd name="csX8" fmla="*/ 0 w 2520000"/>
              <a:gd name="csY8" fmla="*/ 345473 h 690946"/>
              <a:gd name="csX9" fmla="*/ 1260000 w 2520000"/>
              <a:gd name="csY9" fmla="*/ 0 h 690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520000" h="690946">
                <a:moveTo>
                  <a:pt x="1260647" y="74244"/>
                </a:moveTo>
                <a:cubicBezTo>
                  <a:pt x="614474" y="74244"/>
                  <a:pt x="90647" y="195837"/>
                  <a:pt x="90647" y="345829"/>
                </a:cubicBezTo>
                <a:cubicBezTo>
                  <a:pt x="90647" y="495821"/>
                  <a:pt x="614474" y="617414"/>
                  <a:pt x="1260647" y="617414"/>
                </a:cubicBezTo>
                <a:cubicBezTo>
                  <a:pt x="1906820" y="617414"/>
                  <a:pt x="2430647" y="495821"/>
                  <a:pt x="2430647" y="345829"/>
                </a:cubicBezTo>
                <a:cubicBezTo>
                  <a:pt x="2430647" y="195837"/>
                  <a:pt x="1906820" y="74244"/>
                  <a:pt x="1260647" y="74244"/>
                </a:cubicBezTo>
                <a:close/>
                <a:moveTo>
                  <a:pt x="1260000" y="0"/>
                </a:moveTo>
                <a:cubicBezTo>
                  <a:pt x="1955879" y="0"/>
                  <a:pt x="2520000" y="154674"/>
                  <a:pt x="2520000" y="345473"/>
                </a:cubicBezTo>
                <a:cubicBezTo>
                  <a:pt x="2520000" y="536272"/>
                  <a:pt x="1955879" y="690946"/>
                  <a:pt x="1260000" y="690946"/>
                </a:cubicBezTo>
                <a:cubicBezTo>
                  <a:pt x="564121" y="690946"/>
                  <a:pt x="0" y="536272"/>
                  <a:pt x="0" y="345473"/>
                </a:cubicBezTo>
                <a:cubicBezTo>
                  <a:pt x="0" y="154674"/>
                  <a:pt x="564121" y="0"/>
                  <a:pt x="1260000" y="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799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3C35079-2BC7-04F3-65F6-78A99214F529}"/>
              </a:ext>
            </a:extLst>
          </p:cNvPr>
          <p:cNvCxnSpPr>
            <a:cxnSpLocks/>
          </p:cNvCxnSpPr>
          <p:nvPr/>
        </p:nvCxnSpPr>
        <p:spPr>
          <a:xfrm>
            <a:off x="1044209" y="1500312"/>
            <a:ext cx="0" cy="840723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D7EBB7F-C225-CCD4-80FE-F1E9515B6F93}"/>
              </a:ext>
            </a:extLst>
          </p:cNvPr>
          <p:cNvCxnSpPr>
            <a:cxnSpLocks/>
          </p:cNvCxnSpPr>
          <p:nvPr/>
        </p:nvCxnSpPr>
        <p:spPr>
          <a:xfrm>
            <a:off x="1558136" y="1252925"/>
            <a:ext cx="0" cy="840723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04E6019-A76B-97D8-A3AC-410116F5F701}"/>
              </a:ext>
            </a:extLst>
          </p:cNvPr>
          <p:cNvCxnSpPr>
            <a:cxnSpLocks/>
          </p:cNvCxnSpPr>
          <p:nvPr/>
        </p:nvCxnSpPr>
        <p:spPr>
          <a:xfrm>
            <a:off x="3464443" y="1561885"/>
            <a:ext cx="0" cy="840723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08CDDFB-1D83-8AAD-2CDD-E9F93E6CC66C}"/>
              </a:ext>
            </a:extLst>
          </p:cNvPr>
          <p:cNvCxnSpPr>
            <a:cxnSpLocks/>
          </p:cNvCxnSpPr>
          <p:nvPr/>
        </p:nvCxnSpPr>
        <p:spPr>
          <a:xfrm>
            <a:off x="2868390" y="1252925"/>
            <a:ext cx="0" cy="840723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20BF37F-6F6F-11EF-5E81-89A501370DA2}"/>
              </a:ext>
            </a:extLst>
          </p:cNvPr>
          <p:cNvCxnSpPr>
            <a:cxnSpLocks/>
          </p:cNvCxnSpPr>
          <p:nvPr/>
        </p:nvCxnSpPr>
        <p:spPr>
          <a:xfrm>
            <a:off x="2249558" y="1220807"/>
            <a:ext cx="0" cy="840723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43256B3-9231-ECFB-B296-C58D28CCCA24}"/>
              </a:ext>
            </a:extLst>
          </p:cNvPr>
          <p:cNvCxnSpPr>
            <a:cxnSpLocks/>
          </p:cNvCxnSpPr>
          <p:nvPr/>
        </p:nvCxnSpPr>
        <p:spPr>
          <a:xfrm>
            <a:off x="1912503" y="1804166"/>
            <a:ext cx="0" cy="840723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D78C44E-67A1-7327-A7F3-277EE5059277}"/>
              </a:ext>
            </a:extLst>
          </p:cNvPr>
          <p:cNvCxnSpPr>
            <a:cxnSpLocks/>
          </p:cNvCxnSpPr>
          <p:nvPr/>
        </p:nvCxnSpPr>
        <p:spPr>
          <a:xfrm>
            <a:off x="2664342" y="1805086"/>
            <a:ext cx="0" cy="840723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7277BCA-7D1D-7903-BA8B-B075B1123B46}"/>
              </a:ext>
            </a:extLst>
          </p:cNvPr>
          <p:cNvCxnSpPr>
            <a:cxnSpLocks/>
          </p:cNvCxnSpPr>
          <p:nvPr/>
        </p:nvCxnSpPr>
        <p:spPr>
          <a:xfrm>
            <a:off x="3202823" y="1680645"/>
            <a:ext cx="0" cy="840723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C555534-8204-E8EB-87E2-17494AB381F3}"/>
              </a:ext>
            </a:extLst>
          </p:cNvPr>
          <p:cNvCxnSpPr>
            <a:cxnSpLocks/>
          </p:cNvCxnSpPr>
          <p:nvPr/>
        </p:nvCxnSpPr>
        <p:spPr>
          <a:xfrm>
            <a:off x="1294517" y="1641168"/>
            <a:ext cx="0" cy="840723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3F560E90-4A2E-FE8E-BB89-371FF52548C2}"/>
              </a:ext>
            </a:extLst>
          </p:cNvPr>
          <p:cNvSpPr/>
          <p:nvPr/>
        </p:nvSpPr>
        <p:spPr>
          <a:xfrm>
            <a:off x="8513045" y="3844253"/>
            <a:ext cx="1080000" cy="10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E4DC3F8-965F-F2B4-6B7F-73E41356898F}"/>
              </a:ext>
            </a:extLst>
          </p:cNvPr>
          <p:cNvCxnSpPr>
            <a:cxnSpLocks/>
            <a:endCxn id="127" idx="7"/>
          </p:cNvCxnSpPr>
          <p:nvPr/>
        </p:nvCxnSpPr>
        <p:spPr>
          <a:xfrm flipV="1">
            <a:off x="9053046" y="4002417"/>
            <a:ext cx="381838" cy="381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B96FB96-8946-5F1B-CF69-EB437513A5CF}"/>
              </a:ext>
            </a:extLst>
          </p:cNvPr>
          <p:cNvCxnSpPr>
            <a:cxnSpLocks/>
          </p:cNvCxnSpPr>
          <p:nvPr/>
        </p:nvCxnSpPr>
        <p:spPr>
          <a:xfrm>
            <a:off x="9053045" y="4384255"/>
            <a:ext cx="565046" cy="269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53C5807-8E3F-183F-7141-D8779A8912AE}"/>
              </a:ext>
            </a:extLst>
          </p:cNvPr>
          <p:cNvCxnSpPr>
            <a:cxnSpLocks/>
            <a:endCxn id="129" idx="3"/>
          </p:cNvCxnSpPr>
          <p:nvPr/>
        </p:nvCxnSpPr>
        <p:spPr>
          <a:xfrm flipV="1">
            <a:off x="8461019" y="4829733"/>
            <a:ext cx="146551" cy="184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CB3F29C-271A-F372-44EB-1218EC745BC2}"/>
              </a:ext>
            </a:extLst>
          </p:cNvPr>
          <p:cNvCxnSpPr>
            <a:cxnSpLocks/>
            <a:endCxn id="127" idx="3"/>
          </p:cNvCxnSpPr>
          <p:nvPr/>
        </p:nvCxnSpPr>
        <p:spPr>
          <a:xfrm flipH="1">
            <a:off x="8671209" y="4575176"/>
            <a:ext cx="158129" cy="1909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610924F-4EC2-9030-D5F0-256CBED34443}"/>
              </a:ext>
            </a:extLst>
          </p:cNvPr>
          <p:cNvCxnSpPr>
            <a:cxnSpLocks/>
          </p:cNvCxnSpPr>
          <p:nvPr/>
        </p:nvCxnSpPr>
        <p:spPr>
          <a:xfrm>
            <a:off x="9053045" y="4384253"/>
            <a:ext cx="1130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FFD3D3BF-7AE3-654B-BDBF-93F4B3BB8256}"/>
              </a:ext>
            </a:extLst>
          </p:cNvPr>
          <p:cNvSpPr txBox="1"/>
          <p:nvPr/>
        </p:nvSpPr>
        <p:spPr>
          <a:xfrm>
            <a:off x="10038522" y="4014921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(X)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D56CFD9D-05A3-ECE0-D885-D780D4A0A3A5}"/>
              </a:ext>
            </a:extLst>
          </p:cNvPr>
          <p:cNvCxnSpPr>
            <a:cxnSpLocks/>
          </p:cNvCxnSpPr>
          <p:nvPr/>
        </p:nvCxnSpPr>
        <p:spPr>
          <a:xfrm flipV="1">
            <a:off x="9053045" y="2615632"/>
            <a:ext cx="0" cy="1768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8AE68B74-9E24-D15D-5539-70A3F0934624}"/>
              </a:ext>
            </a:extLst>
          </p:cNvPr>
          <p:cNvSpPr txBox="1"/>
          <p:nvPr/>
        </p:nvSpPr>
        <p:spPr>
          <a:xfrm>
            <a:off x="9096019" y="2402608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(Y)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B74EF2-F314-F019-2295-723BC0A6B83A}"/>
              </a:ext>
            </a:extLst>
          </p:cNvPr>
          <p:cNvSpPr txBox="1"/>
          <p:nvPr/>
        </p:nvSpPr>
        <p:spPr>
          <a:xfrm>
            <a:off x="8987466" y="7835927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(c)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66F086-5AA5-2220-E73A-C33A1490D2D8}"/>
              </a:ext>
            </a:extLst>
          </p:cNvPr>
          <p:cNvSpPr txBox="1"/>
          <p:nvPr/>
        </p:nvSpPr>
        <p:spPr>
          <a:xfrm>
            <a:off x="9112837" y="3839586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r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C666B31-AB4B-5E91-692B-601F9C9F2BAA}"/>
              </a:ext>
            </a:extLst>
          </p:cNvPr>
          <p:cNvSpPr txBox="1"/>
          <p:nvPr/>
        </p:nvSpPr>
        <p:spPr>
          <a:xfrm>
            <a:off x="9096019" y="4458158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R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9FCF4AD-F0C0-3482-D1D7-6E21ECBD2A60}"/>
              </a:ext>
            </a:extLst>
          </p:cNvPr>
          <p:cNvSpPr txBox="1"/>
          <p:nvPr/>
        </p:nvSpPr>
        <p:spPr>
          <a:xfrm>
            <a:off x="8381918" y="4918706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t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13526CE-C514-0AD1-C816-11DED1DE50D0}"/>
              </a:ext>
            </a:extLst>
          </p:cNvPr>
          <p:cNvSpPr txBox="1"/>
          <p:nvPr/>
        </p:nvSpPr>
        <p:spPr>
          <a:xfrm>
            <a:off x="2433056" y="599492"/>
            <a:ext cx="2636622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Uniform axial Compressive load “N”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30147C25-F1A4-7081-0A5D-375A96D38202}"/>
              </a:ext>
            </a:extLst>
          </p:cNvPr>
          <p:cNvCxnSpPr>
            <a:cxnSpLocks/>
          </p:cNvCxnSpPr>
          <p:nvPr/>
        </p:nvCxnSpPr>
        <p:spPr>
          <a:xfrm flipH="1">
            <a:off x="527311" y="2349799"/>
            <a:ext cx="3755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68500D6-7B2B-EABA-DD3B-37BF621B6647}"/>
              </a:ext>
            </a:extLst>
          </p:cNvPr>
          <p:cNvCxnSpPr>
            <a:cxnSpLocks/>
          </p:cNvCxnSpPr>
          <p:nvPr/>
        </p:nvCxnSpPr>
        <p:spPr>
          <a:xfrm flipH="1">
            <a:off x="527311" y="6580047"/>
            <a:ext cx="3755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9CC31E4-7E55-0411-8781-86A9C686733B}"/>
              </a:ext>
            </a:extLst>
          </p:cNvPr>
          <p:cNvCxnSpPr>
            <a:cxnSpLocks/>
          </p:cNvCxnSpPr>
          <p:nvPr/>
        </p:nvCxnSpPr>
        <p:spPr>
          <a:xfrm flipV="1">
            <a:off x="701285" y="2349801"/>
            <a:ext cx="0" cy="17910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86CCC7DB-19F0-5B8E-A044-78E8947EF621}"/>
              </a:ext>
            </a:extLst>
          </p:cNvPr>
          <p:cNvCxnSpPr>
            <a:cxnSpLocks/>
          </p:cNvCxnSpPr>
          <p:nvPr/>
        </p:nvCxnSpPr>
        <p:spPr>
          <a:xfrm>
            <a:off x="702865" y="4698015"/>
            <a:ext cx="0" cy="18788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684C72E5-9436-7314-C6C1-917527451553}"/>
              </a:ext>
            </a:extLst>
          </p:cNvPr>
          <p:cNvSpPr txBox="1"/>
          <p:nvPr/>
        </p:nvSpPr>
        <p:spPr>
          <a:xfrm>
            <a:off x="565609" y="4234760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L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CD57A6D9-9AA5-C3A2-F76D-160DCCCC9A7E}"/>
              </a:ext>
            </a:extLst>
          </p:cNvPr>
          <p:cNvSpPr txBox="1"/>
          <p:nvPr/>
        </p:nvSpPr>
        <p:spPr>
          <a:xfrm>
            <a:off x="5479536" y="6789283"/>
            <a:ext cx="2636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Fixed support</a:t>
            </a:r>
            <a:endParaRPr lang="en-IN" sz="1799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00F038A5-569B-A935-59FF-61BB59D72EFA}"/>
              </a:ext>
            </a:extLst>
          </p:cNvPr>
          <p:cNvSpPr/>
          <p:nvPr/>
        </p:nvSpPr>
        <p:spPr>
          <a:xfrm>
            <a:off x="5573361" y="2256871"/>
            <a:ext cx="1260000" cy="432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F7A6DB0B-733E-C443-5B12-888B64D403E9}"/>
              </a:ext>
            </a:extLst>
          </p:cNvPr>
          <p:cNvSpPr txBox="1"/>
          <p:nvPr/>
        </p:nvSpPr>
        <p:spPr>
          <a:xfrm>
            <a:off x="5979652" y="7880377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(b)</a:t>
            </a:r>
          </a:p>
        </p:txBody>
      </p: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286CAFD3-6C2C-4CCA-C62D-C553990D7223}"/>
              </a:ext>
            </a:extLst>
          </p:cNvPr>
          <p:cNvCxnSpPr>
            <a:cxnSpLocks/>
            <a:stCxn id="280" idx="2"/>
          </p:cNvCxnSpPr>
          <p:nvPr/>
        </p:nvCxnSpPr>
        <p:spPr>
          <a:xfrm flipV="1">
            <a:off x="6203361" y="848947"/>
            <a:ext cx="21086" cy="57279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CCD0D030-4264-AB2D-5C62-67EE8644337D}"/>
              </a:ext>
            </a:extLst>
          </p:cNvPr>
          <p:cNvSpPr txBox="1"/>
          <p:nvPr/>
        </p:nvSpPr>
        <p:spPr>
          <a:xfrm>
            <a:off x="5738641" y="681743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(Z)</a:t>
            </a: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54C7B9B-28C7-ACBE-7453-18C23BE2C9E2}"/>
              </a:ext>
            </a:extLst>
          </p:cNvPr>
          <p:cNvCxnSpPr>
            <a:cxnSpLocks/>
          </p:cNvCxnSpPr>
          <p:nvPr/>
        </p:nvCxnSpPr>
        <p:spPr>
          <a:xfrm flipH="1">
            <a:off x="5069678" y="2255748"/>
            <a:ext cx="3755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64B19FAB-4E83-64AF-4530-4A4A16CE49CD}"/>
              </a:ext>
            </a:extLst>
          </p:cNvPr>
          <p:cNvCxnSpPr>
            <a:cxnSpLocks/>
          </p:cNvCxnSpPr>
          <p:nvPr/>
        </p:nvCxnSpPr>
        <p:spPr>
          <a:xfrm flipV="1">
            <a:off x="5243652" y="2255750"/>
            <a:ext cx="0" cy="17910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599BF409-95EB-232E-6624-701F81E070FC}"/>
              </a:ext>
            </a:extLst>
          </p:cNvPr>
          <p:cNvCxnSpPr>
            <a:cxnSpLocks/>
          </p:cNvCxnSpPr>
          <p:nvPr/>
        </p:nvCxnSpPr>
        <p:spPr>
          <a:xfrm>
            <a:off x="5245232" y="4688632"/>
            <a:ext cx="0" cy="18788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32331630-3E4F-DC27-3C5B-76FD56C8BD74}"/>
              </a:ext>
            </a:extLst>
          </p:cNvPr>
          <p:cNvSpPr txBox="1"/>
          <p:nvPr/>
        </p:nvSpPr>
        <p:spPr>
          <a:xfrm>
            <a:off x="5082970" y="4156960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L</a:t>
            </a:r>
          </a:p>
        </p:txBody>
      </p: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32DA608-C556-E3E5-06E0-E5B95D03F538}"/>
              </a:ext>
            </a:extLst>
          </p:cNvPr>
          <p:cNvCxnSpPr/>
          <p:nvPr/>
        </p:nvCxnSpPr>
        <p:spPr>
          <a:xfrm flipH="1">
            <a:off x="5307209" y="6581635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5ECBC041-C92C-B989-2981-2ACFEC7434B4}"/>
              </a:ext>
            </a:extLst>
          </p:cNvPr>
          <p:cNvCxnSpPr/>
          <p:nvPr/>
        </p:nvCxnSpPr>
        <p:spPr>
          <a:xfrm flipH="1">
            <a:off x="5391317" y="6581635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2B5A8535-7DEA-FD9A-20AE-676982910CCD}"/>
              </a:ext>
            </a:extLst>
          </p:cNvPr>
          <p:cNvCxnSpPr/>
          <p:nvPr/>
        </p:nvCxnSpPr>
        <p:spPr>
          <a:xfrm flipH="1">
            <a:off x="5479536" y="6580388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3366527A-D7F7-37D8-0C91-FB1670BF685E}"/>
              </a:ext>
            </a:extLst>
          </p:cNvPr>
          <p:cNvCxnSpPr/>
          <p:nvPr/>
        </p:nvCxnSpPr>
        <p:spPr>
          <a:xfrm flipH="1">
            <a:off x="5563644" y="6580388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E5A05DFF-D753-2C0F-9D86-FA2274ADECDE}"/>
              </a:ext>
            </a:extLst>
          </p:cNvPr>
          <p:cNvCxnSpPr/>
          <p:nvPr/>
        </p:nvCxnSpPr>
        <p:spPr>
          <a:xfrm flipH="1">
            <a:off x="5647487" y="6580729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90E23C04-0159-084D-43B0-45CDDF2A5D6B}"/>
              </a:ext>
            </a:extLst>
          </p:cNvPr>
          <p:cNvCxnSpPr/>
          <p:nvPr/>
        </p:nvCxnSpPr>
        <p:spPr>
          <a:xfrm flipH="1">
            <a:off x="5731595" y="6580729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6643C4E2-5F8B-5302-7F29-86DA5E989038}"/>
              </a:ext>
            </a:extLst>
          </p:cNvPr>
          <p:cNvCxnSpPr/>
          <p:nvPr/>
        </p:nvCxnSpPr>
        <p:spPr>
          <a:xfrm flipH="1">
            <a:off x="5819814" y="6579482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1511C69D-4D69-3562-3DBE-F1F943A375DB}"/>
              </a:ext>
            </a:extLst>
          </p:cNvPr>
          <p:cNvCxnSpPr/>
          <p:nvPr/>
        </p:nvCxnSpPr>
        <p:spPr>
          <a:xfrm flipH="1">
            <a:off x="5903922" y="6579482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B32ED789-C941-CFCC-2327-9BAA89C3586E}"/>
              </a:ext>
            </a:extLst>
          </p:cNvPr>
          <p:cNvCxnSpPr/>
          <p:nvPr/>
        </p:nvCxnSpPr>
        <p:spPr>
          <a:xfrm flipH="1">
            <a:off x="5994007" y="6582379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F4DBA740-126F-BB45-5906-729094B3409A}"/>
              </a:ext>
            </a:extLst>
          </p:cNvPr>
          <p:cNvCxnSpPr/>
          <p:nvPr/>
        </p:nvCxnSpPr>
        <p:spPr>
          <a:xfrm flipH="1">
            <a:off x="6078115" y="6582379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74FB58EA-C6C0-F38A-A58E-4EB175C96A0D}"/>
              </a:ext>
            </a:extLst>
          </p:cNvPr>
          <p:cNvCxnSpPr/>
          <p:nvPr/>
        </p:nvCxnSpPr>
        <p:spPr>
          <a:xfrm flipH="1">
            <a:off x="6166334" y="6581132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FAC097AB-47A4-02C9-F4E5-0A9488928678}"/>
              </a:ext>
            </a:extLst>
          </p:cNvPr>
          <p:cNvCxnSpPr/>
          <p:nvPr/>
        </p:nvCxnSpPr>
        <p:spPr>
          <a:xfrm flipH="1">
            <a:off x="6250442" y="6581132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053073E8-5BAE-652A-2402-48957D3866E4}"/>
              </a:ext>
            </a:extLst>
          </p:cNvPr>
          <p:cNvCxnSpPr/>
          <p:nvPr/>
        </p:nvCxnSpPr>
        <p:spPr>
          <a:xfrm flipH="1">
            <a:off x="6334285" y="6579885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714ADE51-78E8-32DB-28CF-74F888296746}"/>
              </a:ext>
            </a:extLst>
          </p:cNvPr>
          <p:cNvCxnSpPr/>
          <p:nvPr/>
        </p:nvCxnSpPr>
        <p:spPr>
          <a:xfrm flipH="1">
            <a:off x="6418393" y="6579885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55463893-7BFA-2685-689D-43327681E0D8}"/>
              </a:ext>
            </a:extLst>
          </p:cNvPr>
          <p:cNvCxnSpPr/>
          <p:nvPr/>
        </p:nvCxnSpPr>
        <p:spPr>
          <a:xfrm flipH="1">
            <a:off x="6506612" y="6578638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EFD6D600-0C8E-E763-5F40-57B85E666D40}"/>
              </a:ext>
            </a:extLst>
          </p:cNvPr>
          <p:cNvCxnSpPr/>
          <p:nvPr/>
        </p:nvCxnSpPr>
        <p:spPr>
          <a:xfrm flipH="1">
            <a:off x="6590720" y="6578638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715124FB-1DFA-1B61-C492-4633A44E3621}"/>
              </a:ext>
            </a:extLst>
          </p:cNvPr>
          <p:cNvCxnSpPr/>
          <p:nvPr/>
        </p:nvCxnSpPr>
        <p:spPr>
          <a:xfrm flipH="1">
            <a:off x="6678561" y="6580307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A46483CA-BDC5-286A-24A1-66F4F9DE5D12}"/>
              </a:ext>
            </a:extLst>
          </p:cNvPr>
          <p:cNvCxnSpPr/>
          <p:nvPr/>
        </p:nvCxnSpPr>
        <p:spPr>
          <a:xfrm flipH="1">
            <a:off x="6762669" y="6578719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027C2A4E-7A3A-CE4A-534C-B24F3F7E0BC9}"/>
              </a:ext>
            </a:extLst>
          </p:cNvPr>
          <p:cNvCxnSpPr/>
          <p:nvPr/>
        </p:nvCxnSpPr>
        <p:spPr>
          <a:xfrm flipH="1">
            <a:off x="6850888" y="6579060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A0A7E87E-AE69-80AA-A557-54D510A879DA}"/>
              </a:ext>
            </a:extLst>
          </p:cNvPr>
          <p:cNvCxnSpPr/>
          <p:nvPr/>
        </p:nvCxnSpPr>
        <p:spPr>
          <a:xfrm flipH="1">
            <a:off x="6934996" y="6579060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51560E5C-DF5E-9817-38B1-1ED54D7F9F40}"/>
              </a:ext>
            </a:extLst>
          </p:cNvPr>
          <p:cNvCxnSpPr/>
          <p:nvPr/>
        </p:nvCxnSpPr>
        <p:spPr>
          <a:xfrm flipH="1">
            <a:off x="7009300" y="6577813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4A42C3F5-96DA-D35B-EC49-66E061620FC4}"/>
              </a:ext>
            </a:extLst>
          </p:cNvPr>
          <p:cNvCxnSpPr/>
          <p:nvPr/>
        </p:nvCxnSpPr>
        <p:spPr>
          <a:xfrm flipH="1">
            <a:off x="5064583" y="6577813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F0592946-66EC-2256-0F0B-73DC9E44B872}"/>
              </a:ext>
            </a:extLst>
          </p:cNvPr>
          <p:cNvCxnSpPr/>
          <p:nvPr/>
        </p:nvCxnSpPr>
        <p:spPr>
          <a:xfrm flipH="1">
            <a:off x="5152802" y="6576566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9EEB4F66-3F41-7A4E-90ED-B6BEE4CDD936}"/>
              </a:ext>
            </a:extLst>
          </p:cNvPr>
          <p:cNvCxnSpPr/>
          <p:nvPr/>
        </p:nvCxnSpPr>
        <p:spPr>
          <a:xfrm flipH="1">
            <a:off x="5236910" y="6576566"/>
            <a:ext cx="182309" cy="211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83459880-29A9-291B-6AD2-04921CD9AE8C}"/>
              </a:ext>
            </a:extLst>
          </p:cNvPr>
          <p:cNvCxnSpPr>
            <a:cxnSpLocks/>
          </p:cNvCxnSpPr>
          <p:nvPr/>
        </p:nvCxnSpPr>
        <p:spPr>
          <a:xfrm>
            <a:off x="4910621" y="6576740"/>
            <a:ext cx="25712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BFD43D85-7F99-C995-C1C7-512CB87734B3}"/>
              </a:ext>
            </a:extLst>
          </p:cNvPr>
          <p:cNvCxnSpPr>
            <a:cxnSpLocks/>
          </p:cNvCxnSpPr>
          <p:nvPr/>
        </p:nvCxnSpPr>
        <p:spPr>
          <a:xfrm>
            <a:off x="5488988" y="1899286"/>
            <a:ext cx="0" cy="356462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D0E9126A-F84A-97D9-CF64-86EDA7993257}"/>
              </a:ext>
            </a:extLst>
          </p:cNvPr>
          <p:cNvCxnSpPr>
            <a:cxnSpLocks/>
          </p:cNvCxnSpPr>
          <p:nvPr/>
        </p:nvCxnSpPr>
        <p:spPr>
          <a:xfrm>
            <a:off x="5925550" y="1899286"/>
            <a:ext cx="0" cy="356462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1F1A518D-AA9C-B091-33DB-1ECF189A1EA9}"/>
              </a:ext>
            </a:extLst>
          </p:cNvPr>
          <p:cNvCxnSpPr>
            <a:cxnSpLocks/>
          </p:cNvCxnSpPr>
          <p:nvPr/>
        </p:nvCxnSpPr>
        <p:spPr>
          <a:xfrm>
            <a:off x="6502849" y="1899286"/>
            <a:ext cx="0" cy="356462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B3BBDE6E-FA67-1999-D6BF-A3A4607E9678}"/>
              </a:ext>
            </a:extLst>
          </p:cNvPr>
          <p:cNvCxnSpPr>
            <a:cxnSpLocks/>
          </p:cNvCxnSpPr>
          <p:nvPr/>
        </p:nvCxnSpPr>
        <p:spPr>
          <a:xfrm>
            <a:off x="6927849" y="1899286"/>
            <a:ext cx="0" cy="356462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Rectangle 336">
            <a:extLst>
              <a:ext uri="{FF2B5EF4-FFF2-40B4-BE49-F238E27FC236}">
                <a16:creationId xmlns:a16="http://schemas.microsoft.com/office/drawing/2014/main" id="{A36C2D69-1F28-CBD6-9FAB-9E0620596ACB}"/>
              </a:ext>
            </a:extLst>
          </p:cNvPr>
          <p:cNvSpPr/>
          <p:nvPr/>
        </p:nvSpPr>
        <p:spPr>
          <a:xfrm>
            <a:off x="5487407" y="1899286"/>
            <a:ext cx="1441579" cy="354687"/>
          </a:xfrm>
          <a:prstGeom prst="rect">
            <a:avLst/>
          </a:prstGeom>
          <a:solidFill>
            <a:srgbClr val="FF262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1CC65107-DB0F-A28C-DF1A-3FD0B23A8B31}"/>
              </a:ext>
            </a:extLst>
          </p:cNvPr>
          <p:cNvCxnSpPr>
            <a:cxnSpLocks/>
          </p:cNvCxnSpPr>
          <p:nvPr/>
        </p:nvCxnSpPr>
        <p:spPr>
          <a:xfrm>
            <a:off x="7191609" y="6576566"/>
            <a:ext cx="4077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extBox 341">
            <a:extLst>
              <a:ext uri="{FF2B5EF4-FFF2-40B4-BE49-F238E27FC236}">
                <a16:creationId xmlns:a16="http://schemas.microsoft.com/office/drawing/2014/main" id="{54C1F087-70B4-635A-8DAC-42DD07180211}"/>
              </a:ext>
            </a:extLst>
          </p:cNvPr>
          <p:cNvSpPr txBox="1"/>
          <p:nvPr/>
        </p:nvSpPr>
        <p:spPr>
          <a:xfrm>
            <a:off x="7234768" y="6198287"/>
            <a:ext cx="4474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99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1124054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8873</TotalTime>
  <Words>44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Siddharthan Somasundaram</dc:creator>
  <cp:lastModifiedBy>Siddharthan Somasundaram</cp:lastModifiedBy>
  <cp:revision>3</cp:revision>
  <dcterms:created xsi:type="dcterms:W3CDTF">2026-09-20T20:59:15Z</dcterms:created>
  <dcterms:modified xsi:type="dcterms:W3CDTF">2026-09-29T17:17:34Z</dcterms:modified>
</cp:coreProperties>
</file>